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comments/modernComment_100_882A5BDB.xml" ContentType="application/vnd.ms-powerpoint.comments+xml"/>
  <Override PartName="/ppt/comments/modernComment_120_DD184B8F.xml" ContentType="application/vnd.ms-powerpoint.comments+xml"/>
  <Override PartName="/ppt/comments/modernComment_10D_8D81C6B9.xml" ContentType="application/vnd.ms-powerpoint.comments+xml"/>
  <Override PartName="/ppt/comments/modernComment_108_E4D3DB50.xml" ContentType="application/vnd.ms-powerpoint.comments+xml"/>
  <Override PartName="/ppt/comments/modernComment_10E_AA1F4394.xml" ContentType="application/vnd.ms-powerpoint.comments+xml"/>
  <Override PartName="/ppt/comments/modernComment_11B_595D6780.xml" ContentType="application/vnd.ms-powerpoint.comments+xml"/>
  <Override PartName="/ppt/comments/modernComment_113_B3DCF945.xml" ContentType="application/vnd.ms-powerpoint.comments+xml"/>
  <Override PartName="/ppt/comments/modernComment_11F_D895B24B.xml" ContentType="application/vnd.ms-powerpoint.comments+xml"/>
  <Override PartName="/ppt/comments/modernComment_121_ED7EEE3C.xml" ContentType="application/vnd.ms-powerpoint.comments+xml"/>
  <Override PartName="/ppt/comments/modernComment_11D_808BF29B.xml" ContentType="application/vnd.ms-powerpoint.comments+xml"/>
  <Override PartName="/ppt/comments/modernComment_11C_9CEFF148.xml" ContentType="application/vnd.ms-powerpoint.comments+xml"/>
  <Override PartName="/ppt/comments/modernComment_114_939D40C4.xml" ContentType="application/vnd.ms-powerpoint.comments+xml"/>
  <Override PartName="/ppt/comments/modernComment_115_9BF432EE.xml" ContentType="application/vnd.ms-powerpoint.comments+xml"/>
  <Override PartName="/ppt/comments/modernComment_116_33B80E6C.xml" ContentType="application/vnd.ms-powerpoint.comments+xml"/>
  <Override PartName="/ppt/comments/modernComment_11E_15C0AAD7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75" r:id="rId4"/>
    <p:sldMasterId id="2147483751" r:id="rId5"/>
    <p:sldMasterId id="2147483778" r:id="rId6"/>
  </p:sldMasterIdLst>
  <p:notesMasterIdLst>
    <p:notesMasterId r:id="rId23"/>
  </p:notesMasterIdLst>
  <p:handoutMasterIdLst>
    <p:handoutMasterId r:id="rId24"/>
  </p:handoutMasterIdLst>
  <p:sldIdLst>
    <p:sldId id="256" r:id="rId7"/>
    <p:sldId id="266" r:id="rId8"/>
    <p:sldId id="288" r:id="rId9"/>
    <p:sldId id="269" r:id="rId10"/>
    <p:sldId id="264" r:id="rId11"/>
    <p:sldId id="270" r:id="rId12"/>
    <p:sldId id="283" r:id="rId13"/>
    <p:sldId id="275" r:id="rId14"/>
    <p:sldId id="287" r:id="rId15"/>
    <p:sldId id="289" r:id="rId16"/>
    <p:sldId id="285" r:id="rId17"/>
    <p:sldId id="284" r:id="rId18"/>
    <p:sldId id="276" r:id="rId19"/>
    <p:sldId id="277" r:id="rId20"/>
    <p:sldId id="278" r:id="rId21"/>
    <p:sldId id="286" r:id="rId2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F7E4601-D35A-00C7-A011-26DB91BACF3B}" name="Sayeed, Fatima" initials="SF" userId="S::sayeed.5@buckeyemail.osu.edu::816f673c-5bc2-401f-8ec9-18c545977b8f" providerId="AD"/>
  <p188:author id="{67B9AD36-C651-45E0-B7B0-DFC39B6690A8}" name="Brickner, Lucas G." initials="BL" userId="S::brickner.98@buckeyemail.osu.edu::3ae751a3-a6ba-4470-9921-c2a52404888a" providerId="AD"/>
  <p188:author id="{68829AE7-EC53-A471-A669-8D638E4C3844}" name="Donley, Greyson" initials="DG" userId="S::donley.165@buckeyemail.osu.edu::1ec557f0-0d5a-4e69-a775-f9e475a2c2e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D6E"/>
    <a:srgbClr val="BB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F7EA9A8-85D6-E61F-442D-8B6894563B8A}" v="1" dt="2025-11-17T19:25:32.0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20"/>
        <p:guide pos="2880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handoutMaster" Target="handoutMasters/handout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onley, Greyson" userId="S::donley.165@buckeyemail.osu.edu::1ec557f0-0d5a-4e69-a775-f9e475a2c2e3" providerId="AD" clId="Web-{AF2F23CF-6429-6F7C-E80D-8A241E0161ED}"/>
    <pc:docChg chg="addSld modSld">
      <pc:chgData name="Donley, Greyson" userId="S::donley.165@buckeyemail.osu.edu::1ec557f0-0d5a-4e69-a775-f9e475a2c2e3" providerId="AD" clId="Web-{AF2F23CF-6429-6F7C-E80D-8A241E0161ED}" dt="2025-11-11T02:27:56.923" v="118"/>
      <pc:docMkLst>
        <pc:docMk/>
      </pc:docMkLst>
      <pc:sldChg chg="modSp">
        <pc:chgData name="Donley, Greyson" userId="S::donley.165@buckeyemail.osu.edu::1ec557f0-0d5a-4e69-a775-f9e475a2c2e3" providerId="AD" clId="Web-{AF2F23CF-6429-6F7C-E80D-8A241E0161ED}" dt="2025-11-11T02:27:52.376" v="117" actId="14100"/>
        <pc:sldMkLst>
          <pc:docMk/>
          <pc:sldMk cId="3017603397" sldId="275"/>
        </pc:sldMkLst>
        <pc:spChg chg="mod">
          <ac:chgData name="Donley, Greyson" userId="S::donley.165@buckeyemail.osu.edu::1ec557f0-0d5a-4e69-a775-f9e475a2c2e3" providerId="AD" clId="Web-{AF2F23CF-6429-6F7C-E80D-8A241E0161ED}" dt="2025-11-11T02:27:52.376" v="117" actId="14100"/>
          <ac:spMkLst>
            <pc:docMk/>
            <pc:sldMk cId="3017603397" sldId="275"/>
            <ac:spMk id="3" creationId="{8FFF680D-0E40-8F71-999C-437FC2442702}"/>
          </ac:spMkLst>
        </pc:spChg>
      </pc:sldChg>
      <pc:sldChg chg="add replId">
        <pc:chgData name="Donley, Greyson" userId="S::donley.165@buckeyemail.osu.edu::1ec557f0-0d5a-4e69-a775-f9e475a2c2e3" providerId="AD" clId="Web-{AF2F23CF-6429-6F7C-E80D-8A241E0161ED}" dt="2025-11-11T02:27:56.923" v="118"/>
        <pc:sldMkLst>
          <pc:docMk/>
          <pc:sldMk cId="2476556484" sldId="276"/>
        </pc:sldMkLst>
      </pc:sldChg>
    </pc:docChg>
  </pc:docChgLst>
  <pc:docChgLst>
    <pc:chgData name="Sayeed, Fatima" userId="S::sayeed.5@buckeyemail.osu.edu::816f673c-5bc2-401f-8ec9-18c545977b8f" providerId="AD" clId="Web-{BD313A0C-15CE-4E8B-5664-937DD58E7CEA}"/>
    <pc:docChg chg="modSld">
      <pc:chgData name="Sayeed, Fatima" userId="S::sayeed.5@buckeyemail.osu.edu::816f673c-5bc2-401f-8ec9-18c545977b8f" providerId="AD" clId="Web-{BD313A0C-15CE-4E8B-5664-937DD58E7CEA}" dt="2025-11-12T02:22:48.939" v="10" actId="1076"/>
      <pc:docMkLst>
        <pc:docMk/>
      </pc:docMkLst>
      <pc:sldChg chg="addSp modSp">
        <pc:chgData name="Sayeed, Fatima" userId="S::sayeed.5@buckeyemail.osu.edu::816f673c-5bc2-401f-8ec9-18c545977b8f" providerId="AD" clId="Web-{BD313A0C-15CE-4E8B-5664-937DD58E7CEA}" dt="2025-11-12T02:22:48.939" v="10" actId="1076"/>
        <pc:sldMkLst>
          <pc:docMk/>
          <pc:sldMk cId="2632970568" sldId="284"/>
        </pc:sldMkLst>
      </pc:sldChg>
    </pc:docChg>
  </pc:docChgLst>
  <pc:docChgLst>
    <pc:chgData name="Donley, Greyson" userId="S::donley.165@buckeyemail.osu.edu::1ec557f0-0d5a-4e69-a775-f9e475a2c2e3" providerId="AD" clId="Web-{26DA3A8E-DFFC-D962-6A8C-858446C67B72}"/>
    <pc:docChg chg="modSld">
      <pc:chgData name="Donley, Greyson" userId="S::donley.165@buckeyemail.osu.edu::1ec557f0-0d5a-4e69-a775-f9e475a2c2e3" providerId="AD" clId="Web-{26DA3A8E-DFFC-D962-6A8C-858446C67B72}" dt="2025-11-11T21:47:47.740" v="385" actId="1076"/>
      <pc:docMkLst>
        <pc:docMk/>
      </pc:docMkLst>
      <pc:sldChg chg="addSp delSp modSp">
        <pc:chgData name="Donley, Greyson" userId="S::donley.165@buckeyemail.osu.edu::1ec557f0-0d5a-4e69-a775-f9e475a2c2e3" providerId="AD" clId="Web-{26DA3A8E-DFFC-D962-6A8C-858446C67B72}" dt="2025-11-11T21:38:03.089" v="246"/>
        <pc:sldMkLst>
          <pc:docMk/>
          <pc:sldMk cId="2374092473" sldId="269"/>
        </pc:sldMkLst>
      </pc:sldChg>
      <pc:sldChg chg="modSp">
        <pc:chgData name="Donley, Greyson" userId="S::donley.165@buckeyemail.osu.edu::1ec557f0-0d5a-4e69-a775-f9e475a2c2e3" providerId="AD" clId="Web-{26DA3A8E-DFFC-D962-6A8C-858446C67B72}" dt="2025-11-11T20:33:58.990" v="244" actId="20577"/>
        <pc:sldMkLst>
          <pc:docMk/>
          <pc:sldMk cId="2854175636" sldId="270"/>
        </pc:sldMkLst>
        <pc:spChg chg="mod">
          <ac:chgData name="Donley, Greyson" userId="S::donley.165@buckeyemail.osu.edu::1ec557f0-0d5a-4e69-a775-f9e475a2c2e3" providerId="AD" clId="Web-{26DA3A8E-DFFC-D962-6A8C-858446C67B72}" dt="2025-11-11T20:33:58.990" v="244" actId="20577"/>
          <ac:spMkLst>
            <pc:docMk/>
            <pc:sldMk cId="2854175636" sldId="270"/>
            <ac:spMk id="5" creationId="{235B5E01-A4F6-2BB8-72BF-F69FF2079F0D}"/>
          </ac:spMkLst>
        </pc:spChg>
        <pc:graphicFrameChg chg="mod modGraphic">
          <ac:chgData name="Donley, Greyson" userId="S::donley.165@buckeyemail.osu.edu::1ec557f0-0d5a-4e69-a775-f9e475a2c2e3" providerId="AD" clId="Web-{26DA3A8E-DFFC-D962-6A8C-858446C67B72}" dt="2025-11-11T19:49:26.530" v="243"/>
          <ac:graphicFrameMkLst>
            <pc:docMk/>
            <pc:sldMk cId="2854175636" sldId="270"/>
            <ac:graphicFrameMk id="7" creationId="{30555DFE-10FF-EB78-4566-3084B061BC9E}"/>
          </ac:graphicFrameMkLst>
        </pc:graphicFrameChg>
      </pc:sldChg>
      <pc:sldChg chg="addSp modSp">
        <pc:chgData name="Donley, Greyson" userId="S::donley.165@buckeyemail.osu.edu::1ec557f0-0d5a-4e69-a775-f9e475a2c2e3" providerId="AD" clId="Web-{26DA3A8E-DFFC-D962-6A8C-858446C67B72}" dt="2025-11-11T21:47:47.740" v="385" actId="1076"/>
        <pc:sldMkLst>
          <pc:docMk/>
          <pc:sldMk cId="3017603397" sldId="275"/>
        </pc:sldMkLst>
        <pc:spChg chg="mod">
          <ac:chgData name="Donley, Greyson" userId="S::donley.165@buckeyemail.osu.edu::1ec557f0-0d5a-4e69-a775-f9e475a2c2e3" providerId="AD" clId="Web-{26DA3A8E-DFFC-D962-6A8C-858446C67B72}" dt="2025-11-11T21:47:47.740" v="385" actId="1076"/>
          <ac:spMkLst>
            <pc:docMk/>
            <pc:sldMk cId="3017603397" sldId="275"/>
            <ac:spMk id="3" creationId="{8FFF680D-0E40-8F71-999C-437FC2442702}"/>
          </ac:spMkLst>
        </pc:spChg>
      </pc:sldChg>
    </pc:docChg>
  </pc:docChgLst>
  <pc:docChgLst>
    <pc:chgData name="Sayeed, Fatima" userId="S::sayeed.5@buckeyemail.osu.edu::816f673c-5bc2-401f-8ec9-18c545977b8f" providerId="AD" clId="Web-{2D302598-19B1-B00A-4A55-F567945BAF50}"/>
    <pc:docChg chg="modSld">
      <pc:chgData name="Sayeed, Fatima" userId="S::sayeed.5@buckeyemail.osu.edu::816f673c-5bc2-401f-8ec9-18c545977b8f" providerId="AD" clId="Web-{2D302598-19B1-B00A-4A55-F567945BAF50}" dt="2025-11-12T00:42:09.630" v="6" actId="14100"/>
      <pc:docMkLst>
        <pc:docMk/>
      </pc:docMkLst>
      <pc:sldChg chg="delSp">
        <pc:chgData name="Sayeed, Fatima" userId="S::sayeed.5@buckeyemail.osu.edu::816f673c-5bc2-401f-8ec9-18c545977b8f" providerId="AD" clId="Web-{2D302598-19B1-B00A-4A55-F567945BAF50}" dt="2025-11-12T00:41:46.754" v="0"/>
        <pc:sldMkLst>
          <pc:docMk/>
          <pc:sldMk cId="2374092473" sldId="269"/>
        </pc:sldMkLst>
      </pc:sldChg>
    </pc:docChg>
  </pc:docChgLst>
  <pc:docChgLst>
    <pc:chgData name="Donley, Greyson" userId="S::donley.165@buckeyemail.osu.edu::1ec557f0-0d5a-4e69-a775-f9e475a2c2e3" providerId="AD" clId="Web-{2C8B6FEA-63AE-51C0-1EA6-CEDF7A9A4205}"/>
    <pc:docChg chg="delSld modSld">
      <pc:chgData name="Donley, Greyson" userId="S::donley.165@buckeyemail.osu.edu::1ec557f0-0d5a-4e69-a775-f9e475a2c2e3" providerId="AD" clId="Web-{2C8B6FEA-63AE-51C0-1EA6-CEDF7A9A4205}" dt="2025-11-12T14:21:29.002" v="3" actId="20577"/>
      <pc:docMkLst>
        <pc:docMk/>
      </pc:docMkLst>
      <pc:sldChg chg="modSp">
        <pc:chgData name="Donley, Greyson" userId="S::donley.165@buckeyemail.osu.edu::1ec557f0-0d5a-4e69-a775-f9e475a2c2e3" providerId="AD" clId="Web-{2C8B6FEA-63AE-51C0-1EA6-CEDF7A9A4205}" dt="2025-11-12T14:21:29.002" v="3" actId="20577"/>
        <pc:sldMkLst>
          <pc:docMk/>
          <pc:sldMk cId="2374092473" sldId="269"/>
        </pc:sldMkLst>
        <pc:spChg chg="mod">
          <ac:chgData name="Donley, Greyson" userId="S::donley.165@buckeyemail.osu.edu::1ec557f0-0d5a-4e69-a775-f9e475a2c2e3" providerId="AD" clId="Web-{2C8B6FEA-63AE-51C0-1EA6-CEDF7A9A4205}" dt="2025-11-12T14:21:29.002" v="3" actId="20577"/>
          <ac:spMkLst>
            <pc:docMk/>
            <pc:sldMk cId="2374092473" sldId="269"/>
            <ac:spMk id="11" creationId="{1D1ADAB0-C618-B3ED-656F-4B5D5562CB72}"/>
          </ac:spMkLst>
        </pc:spChg>
      </pc:sldChg>
    </pc:docChg>
  </pc:docChgLst>
  <pc:docChgLst>
    <pc:chgData name="Donley, Greyson" userId="S::donley.165@buckeyemail.osu.edu::1ec557f0-0d5a-4e69-a775-f9e475a2c2e3" providerId="AD" clId="Web-{97849A58-B0FD-CA77-CA8C-6272954B4A7C}"/>
    <pc:docChg chg="addSld delSld modSld">
      <pc:chgData name="Donley, Greyson" userId="S::donley.165@buckeyemail.osu.edu::1ec557f0-0d5a-4e69-a775-f9e475a2c2e3" providerId="AD" clId="Web-{97849A58-B0FD-CA77-CA8C-6272954B4A7C}" dt="2025-11-12T22:18:07.434" v="566" actId="1076"/>
      <pc:docMkLst>
        <pc:docMk/>
      </pc:docMkLst>
      <pc:sldChg chg="modSp">
        <pc:chgData name="Donley, Greyson" userId="S::donley.165@buckeyemail.osu.edu::1ec557f0-0d5a-4e69-a775-f9e475a2c2e3" providerId="AD" clId="Web-{97849A58-B0FD-CA77-CA8C-6272954B4A7C}" dt="2025-11-12T22:17:25.105" v="565" actId="20577"/>
        <pc:sldMkLst>
          <pc:docMk/>
          <pc:sldMk cId="2374092473" sldId="269"/>
        </pc:sldMkLst>
        <pc:spChg chg="mod">
          <ac:chgData name="Donley, Greyson" userId="S::donley.165@buckeyemail.osu.edu::1ec557f0-0d5a-4e69-a775-f9e475a2c2e3" providerId="AD" clId="Web-{97849A58-B0FD-CA77-CA8C-6272954B4A7C}" dt="2025-11-12T22:17:25.105" v="565" actId="20577"/>
          <ac:spMkLst>
            <pc:docMk/>
            <pc:sldMk cId="2374092473" sldId="269"/>
            <ac:spMk id="2" creationId="{73CC6D71-01C0-08C8-5A84-C13A06929A99}"/>
          </ac:spMkLst>
        </pc:spChg>
      </pc:sldChg>
      <pc:sldChg chg="modSp">
        <pc:chgData name="Donley, Greyson" userId="S::donley.165@buckeyemail.osu.edu::1ec557f0-0d5a-4e69-a775-f9e475a2c2e3" providerId="AD" clId="Web-{97849A58-B0FD-CA77-CA8C-6272954B4A7C}" dt="2025-11-12T22:05:38.642" v="382" actId="1076"/>
        <pc:sldMkLst>
          <pc:docMk/>
          <pc:sldMk cId="2476556484" sldId="276"/>
        </pc:sldMkLst>
        <pc:spChg chg="mod">
          <ac:chgData name="Donley, Greyson" userId="S::donley.165@buckeyemail.osu.edu::1ec557f0-0d5a-4e69-a775-f9e475a2c2e3" providerId="AD" clId="Web-{97849A58-B0FD-CA77-CA8C-6272954B4A7C}" dt="2025-11-12T22:05:38.642" v="382" actId="1076"/>
          <ac:spMkLst>
            <pc:docMk/>
            <pc:sldMk cId="2476556484" sldId="276"/>
            <ac:spMk id="4" creationId="{F9198806-54C5-3A04-1560-406BE4FF3918}"/>
          </ac:spMkLst>
        </pc:spChg>
        <pc:graphicFrameChg chg="mod modGraphic">
          <ac:chgData name="Donley, Greyson" userId="S::donley.165@buckeyemail.osu.edu::1ec557f0-0d5a-4e69-a775-f9e475a2c2e3" providerId="AD" clId="Web-{97849A58-B0FD-CA77-CA8C-6272954B4A7C}" dt="2025-11-12T19:39:54.408" v="363"/>
          <ac:graphicFrameMkLst>
            <pc:docMk/>
            <pc:sldMk cId="2476556484" sldId="276"/>
            <ac:graphicFrameMk id="6" creationId="{08DC69AA-EEC1-73BC-6769-E8C7CDAECE1C}"/>
          </ac:graphicFrameMkLst>
        </pc:graphicFrameChg>
      </pc:sldChg>
      <pc:sldChg chg="modSp">
        <pc:chgData name="Donley, Greyson" userId="S::donley.165@buckeyemail.osu.edu::1ec557f0-0d5a-4e69-a775-f9e475a2c2e3" providerId="AD" clId="Web-{97849A58-B0FD-CA77-CA8C-6272954B4A7C}" dt="2025-11-12T22:05:45.736" v="383" actId="1076"/>
        <pc:sldMkLst>
          <pc:docMk/>
          <pc:sldMk cId="2616472302" sldId="277"/>
        </pc:sldMkLst>
        <pc:spChg chg="mod">
          <ac:chgData name="Donley, Greyson" userId="S::donley.165@buckeyemail.osu.edu::1ec557f0-0d5a-4e69-a775-f9e475a2c2e3" providerId="AD" clId="Web-{97849A58-B0FD-CA77-CA8C-6272954B4A7C}" dt="2025-11-12T22:05:45.736" v="383" actId="1076"/>
          <ac:spMkLst>
            <pc:docMk/>
            <pc:sldMk cId="2616472302" sldId="277"/>
            <ac:spMk id="4" creationId="{614DE647-CF81-1AC1-5D17-2A396276E9D8}"/>
          </ac:spMkLst>
        </pc:spChg>
      </pc:sldChg>
      <pc:sldChg chg="addSp delSp modSp">
        <pc:chgData name="Donley, Greyson" userId="S::donley.165@buckeyemail.osu.edu::1ec557f0-0d5a-4e69-a775-f9e475a2c2e3" providerId="AD" clId="Web-{97849A58-B0FD-CA77-CA8C-6272954B4A7C}" dt="2025-11-12T22:06:30.096" v="386" actId="1076"/>
        <pc:sldMkLst>
          <pc:docMk/>
          <pc:sldMk cId="867700332" sldId="278"/>
        </pc:sldMkLst>
        <pc:spChg chg="mod">
          <ac:chgData name="Donley, Greyson" userId="S::donley.165@buckeyemail.osu.edu::1ec557f0-0d5a-4e69-a775-f9e475a2c2e3" providerId="AD" clId="Web-{97849A58-B0FD-CA77-CA8C-6272954B4A7C}" dt="2025-11-12T22:06:30.096" v="386" actId="1076"/>
          <ac:spMkLst>
            <pc:docMk/>
            <pc:sldMk cId="867700332" sldId="278"/>
            <ac:spMk id="4" creationId="{759EFD38-33B5-F7CA-069A-6966A847CE13}"/>
          </ac:spMkLst>
        </pc:spChg>
        <pc:picChg chg="add mod">
          <ac:chgData name="Donley, Greyson" userId="S::donley.165@buckeyemail.osu.edu::1ec557f0-0d5a-4e69-a775-f9e475a2c2e3" providerId="AD" clId="Web-{97849A58-B0FD-CA77-CA8C-6272954B4A7C}" dt="2025-11-12T21:38:26.178" v="375"/>
          <ac:picMkLst>
            <pc:docMk/>
            <pc:sldMk cId="867700332" sldId="278"/>
            <ac:picMk id="5" creationId="{56EAD413-BCA5-8B7F-17D0-DD367AA6F5D2}"/>
          </ac:picMkLst>
        </pc:picChg>
      </pc:sldChg>
      <pc:sldChg chg="modSp">
        <pc:chgData name="Donley, Greyson" userId="S::donley.165@buckeyemail.osu.edu::1ec557f0-0d5a-4e69-a775-f9e475a2c2e3" providerId="AD" clId="Web-{97849A58-B0FD-CA77-CA8C-6272954B4A7C}" dt="2025-11-12T22:10:26.660" v="390" actId="20577"/>
        <pc:sldMkLst>
          <pc:docMk/>
          <pc:sldMk cId="1499293568" sldId="283"/>
        </pc:sldMkLst>
        <pc:spChg chg="mod">
          <ac:chgData name="Donley, Greyson" userId="S::donley.165@buckeyemail.osu.edu::1ec557f0-0d5a-4e69-a775-f9e475a2c2e3" providerId="AD" clId="Web-{97849A58-B0FD-CA77-CA8C-6272954B4A7C}" dt="2025-11-12T22:10:26.660" v="390" actId="20577"/>
          <ac:spMkLst>
            <pc:docMk/>
            <pc:sldMk cId="1499293568" sldId="283"/>
            <ac:spMk id="2" creationId="{D1BD9C70-9C02-6BA6-F21E-6872057600CA}"/>
          </ac:spMkLst>
        </pc:spChg>
      </pc:sldChg>
      <pc:sldChg chg="modSp">
        <pc:chgData name="Donley, Greyson" userId="S::donley.165@buckeyemail.osu.edu::1ec557f0-0d5a-4e69-a775-f9e475a2c2e3" providerId="AD" clId="Web-{97849A58-B0FD-CA77-CA8C-6272954B4A7C}" dt="2025-11-12T22:05:29.517" v="381" actId="1076"/>
        <pc:sldMkLst>
          <pc:docMk/>
          <pc:sldMk cId="2632970568" sldId="284"/>
        </pc:sldMkLst>
        <pc:spChg chg="mod">
          <ac:chgData name="Donley, Greyson" userId="S::donley.165@buckeyemail.osu.edu::1ec557f0-0d5a-4e69-a775-f9e475a2c2e3" providerId="AD" clId="Web-{97849A58-B0FD-CA77-CA8C-6272954B4A7C}" dt="2025-11-12T22:05:29.517" v="381" actId="1076"/>
          <ac:spMkLst>
            <pc:docMk/>
            <pc:sldMk cId="2632970568" sldId="284"/>
            <ac:spMk id="4" creationId="{0F922712-3E21-7721-0F70-7C5A7CD1BF2A}"/>
          </ac:spMkLst>
        </pc:spChg>
      </pc:sldChg>
      <pc:sldChg chg="modSp">
        <pc:chgData name="Donley, Greyson" userId="S::donley.165@buckeyemail.osu.edu::1ec557f0-0d5a-4e69-a775-f9e475a2c2e3" providerId="AD" clId="Web-{97849A58-B0FD-CA77-CA8C-6272954B4A7C}" dt="2025-11-12T22:06:15.080" v="385" actId="1076"/>
        <pc:sldMkLst>
          <pc:docMk/>
          <pc:sldMk cId="2156655259" sldId="285"/>
        </pc:sldMkLst>
        <pc:spChg chg="mod">
          <ac:chgData name="Donley, Greyson" userId="S::donley.165@buckeyemail.osu.edu::1ec557f0-0d5a-4e69-a775-f9e475a2c2e3" providerId="AD" clId="Web-{97849A58-B0FD-CA77-CA8C-6272954B4A7C}" dt="2025-11-12T22:06:15.080" v="385" actId="1076"/>
          <ac:spMkLst>
            <pc:docMk/>
            <pc:sldMk cId="2156655259" sldId="285"/>
            <ac:spMk id="4" creationId="{0BA56B3C-6E3F-050E-8258-9D498FE1C22D}"/>
          </ac:spMkLst>
        </pc:spChg>
        <pc:picChg chg="mod">
          <ac:chgData name="Donley, Greyson" userId="S::donley.165@buckeyemail.osu.edu::1ec557f0-0d5a-4e69-a775-f9e475a2c2e3" providerId="AD" clId="Web-{97849A58-B0FD-CA77-CA8C-6272954B4A7C}" dt="2025-11-12T22:04:51.001" v="376" actId="1076"/>
          <ac:picMkLst>
            <pc:docMk/>
            <pc:sldMk cId="2156655259" sldId="285"/>
            <ac:picMk id="6" creationId="{C83C6A7E-C37F-2A6F-2CB5-ACB9D8696536}"/>
          </ac:picMkLst>
        </pc:picChg>
      </pc:sldChg>
      <pc:sldChg chg="addSp delSp modSp">
        <pc:chgData name="Donley, Greyson" userId="S::donley.165@buckeyemail.osu.edu::1ec557f0-0d5a-4e69-a775-f9e475a2c2e3" providerId="AD" clId="Web-{97849A58-B0FD-CA77-CA8C-6272954B4A7C}" dt="2025-11-12T22:06:06.783" v="384" actId="1076"/>
        <pc:sldMkLst>
          <pc:docMk/>
          <pc:sldMk cId="3633689163" sldId="287"/>
        </pc:sldMkLst>
        <pc:spChg chg="mod">
          <ac:chgData name="Donley, Greyson" userId="S::donley.165@buckeyemail.osu.edu::1ec557f0-0d5a-4e69-a775-f9e475a2c2e3" providerId="AD" clId="Web-{97849A58-B0FD-CA77-CA8C-6272954B4A7C}" dt="2025-11-12T22:06:06.783" v="384" actId="1076"/>
          <ac:spMkLst>
            <pc:docMk/>
            <pc:sldMk cId="3633689163" sldId="287"/>
            <ac:spMk id="4" creationId="{84507073-A825-D793-D0D9-924D62D3D4D1}"/>
          </ac:spMkLst>
        </pc:spChg>
        <pc:spChg chg="add mod">
          <ac:chgData name="Donley, Greyson" userId="S::donley.165@buckeyemail.osu.edu::1ec557f0-0d5a-4e69-a775-f9e475a2c2e3" providerId="AD" clId="Web-{97849A58-B0FD-CA77-CA8C-6272954B4A7C}" dt="2025-11-12T19:26:50.452" v="361" actId="20577"/>
          <ac:spMkLst>
            <pc:docMk/>
            <pc:sldMk cId="3633689163" sldId="287"/>
            <ac:spMk id="6" creationId="{18A37A54-E755-0F00-5038-E84BED64B1BE}"/>
          </ac:spMkLst>
        </pc:spChg>
        <pc:picChg chg="mod modCrop">
          <ac:chgData name="Donley, Greyson" userId="S::donley.165@buckeyemail.osu.edu::1ec557f0-0d5a-4e69-a775-f9e475a2c2e3" providerId="AD" clId="Web-{97849A58-B0FD-CA77-CA8C-6272954B4A7C}" dt="2025-11-12T19:25:25.717" v="339" actId="1076"/>
          <ac:picMkLst>
            <pc:docMk/>
            <pc:sldMk cId="3633689163" sldId="287"/>
            <ac:picMk id="5" creationId="{D3DACA33-BF56-1A4C-AEE8-D9EADED8470E}"/>
          </ac:picMkLst>
        </pc:picChg>
      </pc:sldChg>
      <pc:sldChg chg="modSp">
        <pc:chgData name="Donley, Greyson" userId="S::donley.165@buckeyemail.osu.edu::1ec557f0-0d5a-4e69-a775-f9e475a2c2e3" providerId="AD" clId="Web-{97849A58-B0FD-CA77-CA8C-6272954B4A7C}" dt="2025-11-12T22:15:31.304" v="539" actId="20577"/>
        <pc:sldMkLst>
          <pc:docMk/>
          <pc:sldMk cId="3709356943" sldId="288"/>
        </pc:sldMkLst>
        <pc:spChg chg="mod">
          <ac:chgData name="Donley, Greyson" userId="S::donley.165@buckeyemail.osu.edu::1ec557f0-0d5a-4e69-a775-f9e475a2c2e3" providerId="AD" clId="Web-{97849A58-B0FD-CA77-CA8C-6272954B4A7C}" dt="2025-11-12T22:15:31.304" v="539" actId="20577"/>
          <ac:spMkLst>
            <pc:docMk/>
            <pc:sldMk cId="3709356943" sldId="288"/>
            <ac:spMk id="4" creationId="{E76AE3E1-A799-1CB7-EF3B-D7EA86B2B796}"/>
          </ac:spMkLst>
        </pc:spChg>
      </pc:sldChg>
      <pc:sldChg chg="modSp">
        <pc:chgData name="Donley, Greyson" userId="S::donley.165@buckeyemail.osu.edu::1ec557f0-0d5a-4e69-a775-f9e475a2c2e3" providerId="AD" clId="Web-{97849A58-B0FD-CA77-CA8C-6272954B4A7C}" dt="2025-11-12T22:18:07.434" v="566" actId="1076"/>
        <pc:sldMkLst>
          <pc:docMk/>
          <pc:sldMk cId="3984518716" sldId="289"/>
        </pc:sldMkLst>
        <pc:picChg chg="mod">
          <ac:chgData name="Donley, Greyson" userId="S::donley.165@buckeyemail.osu.edu::1ec557f0-0d5a-4e69-a775-f9e475a2c2e3" providerId="AD" clId="Web-{97849A58-B0FD-CA77-CA8C-6272954B4A7C}" dt="2025-11-12T22:16:18.587" v="540"/>
          <ac:picMkLst>
            <pc:docMk/>
            <pc:sldMk cId="3984518716" sldId="289"/>
            <ac:picMk id="4" creationId="{6592440D-90CA-AE62-2EEC-6FF1F9B7D813}"/>
          </ac:picMkLst>
        </pc:picChg>
        <pc:picChg chg="mod">
          <ac:chgData name="Donley, Greyson" userId="S::donley.165@buckeyemail.osu.edu::1ec557f0-0d5a-4e69-a775-f9e475a2c2e3" providerId="AD" clId="Web-{97849A58-B0FD-CA77-CA8C-6272954B4A7C}" dt="2025-11-12T22:18:07.434" v="566" actId="1076"/>
          <ac:picMkLst>
            <pc:docMk/>
            <pc:sldMk cId="3984518716" sldId="289"/>
            <ac:picMk id="6" creationId="{060EDF78-BB27-A12B-666C-1298BE4E1C60}"/>
          </ac:picMkLst>
        </pc:picChg>
      </pc:sldChg>
    </pc:docChg>
  </pc:docChgLst>
  <pc:docChgLst>
    <pc:chgData name="Donley, Greyson" userId="S::donley.165@buckeyemail.osu.edu::1ec557f0-0d5a-4e69-a775-f9e475a2c2e3" providerId="AD" clId="Web-{67590939-66E1-9B3B-FD71-C629EEB615F3}"/>
    <pc:docChg chg="modSld">
      <pc:chgData name="Donley, Greyson" userId="S::donley.165@buckeyemail.osu.edu::1ec557f0-0d5a-4e69-a775-f9e475a2c2e3" providerId="AD" clId="Web-{67590939-66E1-9B3B-FD71-C629EEB615F3}" dt="2025-11-11T19:12:13.775" v="24"/>
      <pc:docMkLst>
        <pc:docMk/>
      </pc:docMkLst>
      <pc:sldChg chg="modSp">
        <pc:chgData name="Donley, Greyson" userId="S::donley.165@buckeyemail.osu.edu::1ec557f0-0d5a-4e69-a775-f9e475a2c2e3" providerId="AD" clId="Web-{67590939-66E1-9B3B-FD71-C629EEB615F3}" dt="2025-11-11T19:12:13.775" v="24"/>
        <pc:sldMkLst>
          <pc:docMk/>
          <pc:sldMk cId="2854175636" sldId="270"/>
        </pc:sldMkLst>
        <pc:graphicFrameChg chg="mod modGraphic">
          <ac:chgData name="Donley, Greyson" userId="S::donley.165@buckeyemail.osu.edu::1ec557f0-0d5a-4e69-a775-f9e475a2c2e3" providerId="AD" clId="Web-{67590939-66E1-9B3B-FD71-C629EEB615F3}" dt="2025-11-11T19:12:13.775" v="24"/>
          <ac:graphicFrameMkLst>
            <pc:docMk/>
            <pc:sldMk cId="2854175636" sldId="270"/>
            <ac:graphicFrameMk id="7" creationId="{30555DFE-10FF-EB78-4566-3084B061BC9E}"/>
          </ac:graphicFrameMkLst>
        </pc:graphicFrameChg>
      </pc:sldChg>
      <pc:sldChg chg="delSp modSp">
        <pc:chgData name="Donley, Greyson" userId="S::donley.165@buckeyemail.osu.edu::1ec557f0-0d5a-4e69-a775-f9e475a2c2e3" providerId="AD" clId="Web-{67590939-66E1-9B3B-FD71-C629EEB615F3}" dt="2025-11-11T19:08:07.021" v="14" actId="14100"/>
        <pc:sldMkLst>
          <pc:docMk/>
          <pc:sldMk cId="3017603397" sldId="275"/>
        </pc:sldMkLst>
      </pc:sldChg>
    </pc:docChg>
  </pc:docChgLst>
  <pc:docChgLst>
    <pc:chgData name="Donley, Greyson" userId="S::donley.165@buckeyemail.osu.edu::1ec557f0-0d5a-4e69-a775-f9e475a2c2e3" providerId="AD" clId="Web-{5A259FEF-3848-B05E-BEE6-DB01466945DB}"/>
    <pc:docChg chg="addSld modSld sldOrd">
      <pc:chgData name="Donley, Greyson" userId="S::donley.165@buckeyemail.osu.edu::1ec557f0-0d5a-4e69-a775-f9e475a2c2e3" providerId="AD" clId="Web-{5A259FEF-3848-B05E-BEE6-DB01466945DB}" dt="2025-11-12T16:56:09.410" v="354"/>
      <pc:docMkLst>
        <pc:docMk/>
      </pc:docMkLst>
      <pc:sldChg chg="modSp">
        <pc:chgData name="Donley, Greyson" userId="S::donley.165@buckeyemail.osu.edu::1ec557f0-0d5a-4e69-a775-f9e475a2c2e3" providerId="AD" clId="Web-{5A259FEF-3848-B05E-BEE6-DB01466945DB}" dt="2025-11-12T16:54:03.610" v="332" actId="20577"/>
        <pc:sldMkLst>
          <pc:docMk/>
          <pc:sldMk cId="3839089488" sldId="264"/>
        </pc:sldMkLst>
        <pc:spChg chg="mod">
          <ac:chgData name="Donley, Greyson" userId="S::donley.165@buckeyemail.osu.edu::1ec557f0-0d5a-4e69-a775-f9e475a2c2e3" providerId="AD" clId="Web-{5A259FEF-3848-B05E-BEE6-DB01466945DB}" dt="2025-11-12T16:54:03.610" v="332" actId="20577"/>
          <ac:spMkLst>
            <pc:docMk/>
            <pc:sldMk cId="3839089488" sldId="264"/>
            <ac:spMk id="4" creationId="{397ADC20-48C9-8C1A-6DB7-BFBA9787769B}"/>
          </ac:spMkLst>
        </pc:spChg>
        <pc:picChg chg="mod">
          <ac:chgData name="Donley, Greyson" userId="S::donley.165@buckeyemail.osu.edu::1ec557f0-0d5a-4e69-a775-f9e475a2c2e3" providerId="AD" clId="Web-{5A259FEF-3848-B05E-BEE6-DB01466945DB}" dt="2025-11-12T15:51:46.425" v="140" actId="1076"/>
          <ac:picMkLst>
            <pc:docMk/>
            <pc:sldMk cId="3839089488" sldId="264"/>
            <ac:picMk id="7" creationId="{9FE28BE9-9D6E-AE7A-EC55-9F475F184366}"/>
          </ac:picMkLst>
        </pc:picChg>
      </pc:sldChg>
      <pc:sldChg chg="modSp">
        <pc:chgData name="Donley, Greyson" userId="S::donley.165@buckeyemail.osu.edu::1ec557f0-0d5a-4e69-a775-f9e475a2c2e3" providerId="AD" clId="Web-{5A259FEF-3848-B05E-BEE6-DB01466945DB}" dt="2025-11-12T16:53:23.171" v="318" actId="20577"/>
        <pc:sldMkLst>
          <pc:docMk/>
          <pc:sldMk cId="3293156951" sldId="266"/>
        </pc:sldMkLst>
        <pc:spChg chg="mod">
          <ac:chgData name="Donley, Greyson" userId="S::donley.165@buckeyemail.osu.edu::1ec557f0-0d5a-4e69-a775-f9e475a2c2e3" providerId="AD" clId="Web-{5A259FEF-3848-B05E-BEE6-DB01466945DB}" dt="2025-11-12T16:53:23.171" v="318" actId="20577"/>
          <ac:spMkLst>
            <pc:docMk/>
            <pc:sldMk cId="3293156951" sldId="266"/>
            <ac:spMk id="3" creationId="{00000000-0000-0000-0000-000000000000}"/>
          </ac:spMkLst>
        </pc:spChg>
      </pc:sldChg>
      <pc:sldChg chg="modSp">
        <pc:chgData name="Donley, Greyson" userId="S::donley.165@buckeyemail.osu.edu::1ec557f0-0d5a-4e69-a775-f9e475a2c2e3" providerId="AD" clId="Web-{5A259FEF-3848-B05E-BEE6-DB01466945DB}" dt="2025-11-12T16:54:19.829" v="335" actId="20577"/>
        <pc:sldMkLst>
          <pc:docMk/>
          <pc:sldMk cId="2374092473" sldId="269"/>
        </pc:sldMkLst>
        <pc:spChg chg="mod">
          <ac:chgData name="Donley, Greyson" userId="S::donley.165@buckeyemail.osu.edu::1ec557f0-0d5a-4e69-a775-f9e475a2c2e3" providerId="AD" clId="Web-{5A259FEF-3848-B05E-BEE6-DB01466945DB}" dt="2025-11-12T15:23:33.725" v="110" actId="1076"/>
          <ac:spMkLst>
            <pc:docMk/>
            <pc:sldMk cId="2374092473" sldId="269"/>
            <ac:spMk id="2" creationId="{73CC6D71-01C0-08C8-5A84-C13A06929A99}"/>
          </ac:spMkLst>
        </pc:spChg>
        <pc:spChg chg="mod">
          <ac:chgData name="Donley, Greyson" userId="S::donley.165@buckeyemail.osu.edu::1ec557f0-0d5a-4e69-a775-f9e475a2c2e3" providerId="AD" clId="Web-{5A259FEF-3848-B05E-BEE6-DB01466945DB}" dt="2025-11-12T16:54:19.829" v="335" actId="20577"/>
          <ac:spMkLst>
            <pc:docMk/>
            <pc:sldMk cId="2374092473" sldId="269"/>
            <ac:spMk id="11" creationId="{1D1ADAB0-C618-B3ED-656F-4B5D5562CB72}"/>
          </ac:spMkLst>
        </pc:spChg>
      </pc:sldChg>
      <pc:sldChg chg="delSp modSp">
        <pc:chgData name="Donley, Greyson" userId="S::donley.165@buckeyemail.osu.edu::1ec557f0-0d5a-4e69-a775-f9e475a2c2e3" providerId="AD" clId="Web-{5A259FEF-3848-B05E-BEE6-DB01466945DB}" dt="2025-11-12T16:54:54.814" v="340" actId="1076"/>
        <pc:sldMkLst>
          <pc:docMk/>
          <pc:sldMk cId="2854175636" sldId="270"/>
        </pc:sldMkLst>
        <pc:spChg chg="mod">
          <ac:chgData name="Donley, Greyson" userId="S::donley.165@buckeyemail.osu.edu::1ec557f0-0d5a-4e69-a775-f9e475a2c2e3" providerId="AD" clId="Web-{5A259FEF-3848-B05E-BEE6-DB01466945DB}" dt="2025-11-12T16:54:39.142" v="338" actId="20577"/>
          <ac:spMkLst>
            <pc:docMk/>
            <pc:sldMk cId="2854175636" sldId="270"/>
            <ac:spMk id="5" creationId="{235B5E01-A4F6-2BB8-72BF-F69FF2079F0D}"/>
          </ac:spMkLst>
        </pc:spChg>
        <pc:graphicFrameChg chg="mod modGraphic">
          <ac:chgData name="Donley, Greyson" userId="S::donley.165@buckeyemail.osu.edu::1ec557f0-0d5a-4e69-a775-f9e475a2c2e3" providerId="AD" clId="Web-{5A259FEF-3848-B05E-BEE6-DB01466945DB}" dt="2025-11-12T16:54:54.814" v="340" actId="1076"/>
          <ac:graphicFrameMkLst>
            <pc:docMk/>
            <pc:sldMk cId="2854175636" sldId="270"/>
            <ac:graphicFrameMk id="7" creationId="{30555DFE-10FF-EB78-4566-3084B061BC9E}"/>
          </ac:graphicFrameMkLst>
        </pc:graphicFrameChg>
      </pc:sldChg>
      <pc:sldChg chg="delSp modSp">
        <pc:chgData name="Donley, Greyson" userId="S::donley.165@buckeyemail.osu.edu::1ec557f0-0d5a-4e69-a775-f9e475a2c2e3" providerId="AD" clId="Web-{5A259FEF-3848-B05E-BEE6-DB01466945DB}" dt="2025-11-12T16:55:14.377" v="345" actId="20577"/>
        <pc:sldMkLst>
          <pc:docMk/>
          <pc:sldMk cId="3017603397" sldId="275"/>
        </pc:sldMkLst>
        <pc:spChg chg="mod">
          <ac:chgData name="Donley, Greyson" userId="S::donley.165@buckeyemail.osu.edu::1ec557f0-0d5a-4e69-a775-f9e475a2c2e3" providerId="AD" clId="Web-{5A259FEF-3848-B05E-BEE6-DB01466945DB}" dt="2025-11-12T16:55:14.377" v="345" actId="20577"/>
          <ac:spMkLst>
            <pc:docMk/>
            <pc:sldMk cId="3017603397" sldId="275"/>
            <ac:spMk id="4" creationId="{9D53992B-2D6D-8F5A-2188-8757937A09EA}"/>
          </ac:spMkLst>
        </pc:spChg>
      </pc:sldChg>
      <pc:sldChg chg="delSp modSp">
        <pc:chgData name="Donley, Greyson" userId="S::donley.165@buckeyemail.osu.edu::1ec557f0-0d5a-4e69-a775-f9e475a2c2e3" providerId="AD" clId="Web-{5A259FEF-3848-B05E-BEE6-DB01466945DB}" dt="2025-11-12T16:53:10.718" v="317"/>
        <pc:sldMkLst>
          <pc:docMk/>
          <pc:sldMk cId="2476556484" sldId="276"/>
        </pc:sldMkLst>
        <pc:graphicFrameChg chg="mod modGraphic">
          <ac:chgData name="Donley, Greyson" userId="S::donley.165@buckeyemail.osu.edu::1ec557f0-0d5a-4e69-a775-f9e475a2c2e3" providerId="AD" clId="Web-{5A259FEF-3848-B05E-BEE6-DB01466945DB}" dt="2025-11-12T16:45:57.185" v="251" actId="1076"/>
          <ac:graphicFrameMkLst>
            <pc:docMk/>
            <pc:sldMk cId="2476556484" sldId="276"/>
            <ac:graphicFrameMk id="6" creationId="{08DC69AA-EEC1-73BC-6769-E8C7CDAECE1C}"/>
          </ac:graphicFrameMkLst>
        </pc:graphicFrameChg>
      </pc:sldChg>
      <pc:sldChg chg="delSp modSp">
        <pc:chgData name="Donley, Greyson" userId="S::donley.165@buckeyemail.osu.edu::1ec557f0-0d5a-4e69-a775-f9e475a2c2e3" providerId="AD" clId="Web-{5A259FEF-3848-B05E-BEE6-DB01466945DB}" dt="2025-11-12T16:56:09.410" v="354"/>
        <pc:sldMkLst>
          <pc:docMk/>
          <pc:sldMk cId="867700332" sldId="278"/>
        </pc:sldMkLst>
        <pc:spChg chg="mod">
          <ac:chgData name="Donley, Greyson" userId="S::donley.165@buckeyemail.osu.edu::1ec557f0-0d5a-4e69-a775-f9e475a2c2e3" providerId="AD" clId="Web-{5A259FEF-3848-B05E-BEE6-DB01466945DB}" dt="2025-11-12T16:55:44.925" v="353" actId="20577"/>
          <ac:spMkLst>
            <pc:docMk/>
            <pc:sldMk cId="867700332" sldId="278"/>
            <ac:spMk id="4" creationId="{759EFD38-33B5-F7CA-069A-6966A847CE13}"/>
          </ac:spMkLst>
        </pc:spChg>
      </pc:sldChg>
      <pc:sldChg chg="modSp">
        <pc:chgData name="Donley, Greyson" userId="S::donley.165@buckeyemail.osu.edu::1ec557f0-0d5a-4e69-a775-f9e475a2c2e3" providerId="AD" clId="Web-{5A259FEF-3848-B05E-BEE6-DB01466945DB}" dt="2025-11-12T16:55:06.080" v="343" actId="20577"/>
        <pc:sldMkLst>
          <pc:docMk/>
          <pc:sldMk cId="1499293568" sldId="283"/>
        </pc:sldMkLst>
        <pc:spChg chg="mod">
          <ac:chgData name="Donley, Greyson" userId="S::donley.165@buckeyemail.osu.edu::1ec557f0-0d5a-4e69-a775-f9e475a2c2e3" providerId="AD" clId="Web-{5A259FEF-3848-B05E-BEE6-DB01466945DB}" dt="2025-11-12T16:39:43.534" v="241" actId="20577"/>
          <ac:spMkLst>
            <pc:docMk/>
            <pc:sldMk cId="1499293568" sldId="283"/>
            <ac:spMk id="2" creationId="{D1BD9C70-9C02-6BA6-F21E-6872057600CA}"/>
          </ac:spMkLst>
        </pc:spChg>
        <pc:spChg chg="mod">
          <ac:chgData name="Donley, Greyson" userId="S::donley.165@buckeyemail.osu.edu::1ec557f0-0d5a-4e69-a775-f9e475a2c2e3" providerId="AD" clId="Web-{5A259FEF-3848-B05E-BEE6-DB01466945DB}" dt="2025-11-12T16:55:06.080" v="343" actId="20577"/>
          <ac:spMkLst>
            <pc:docMk/>
            <pc:sldMk cId="1499293568" sldId="283"/>
            <ac:spMk id="5" creationId="{81CD176C-363B-B2E4-4E49-79A29F930717}"/>
          </ac:spMkLst>
        </pc:spChg>
      </pc:sldChg>
      <pc:sldChg chg="addSp delSp modSp">
        <pc:chgData name="Donley, Greyson" userId="S::donley.165@buckeyemail.osu.edu::1ec557f0-0d5a-4e69-a775-f9e475a2c2e3" providerId="AD" clId="Web-{5A259FEF-3848-B05E-BEE6-DB01466945DB}" dt="2025-11-12T16:55:32.800" v="352" actId="20577"/>
        <pc:sldMkLst>
          <pc:docMk/>
          <pc:sldMk cId="2632970568" sldId="284"/>
        </pc:sldMkLst>
        <pc:spChg chg="mod">
          <ac:chgData name="Donley, Greyson" userId="S::donley.165@buckeyemail.osu.edu::1ec557f0-0d5a-4e69-a775-f9e475a2c2e3" providerId="AD" clId="Web-{5A259FEF-3848-B05E-BEE6-DB01466945DB}" dt="2025-11-12T16:55:32.800" v="352" actId="20577"/>
          <ac:spMkLst>
            <pc:docMk/>
            <pc:sldMk cId="2632970568" sldId="284"/>
            <ac:spMk id="4" creationId="{0F922712-3E21-7721-0F70-7C5A7CD1BF2A}"/>
          </ac:spMkLst>
        </pc:spChg>
      </pc:sldChg>
      <pc:sldChg chg="modSp">
        <pc:chgData name="Donley, Greyson" userId="S::donley.165@buckeyemail.osu.edu::1ec557f0-0d5a-4e69-a775-f9e475a2c2e3" providerId="AD" clId="Web-{5A259FEF-3848-B05E-BEE6-DB01466945DB}" dt="2025-11-12T16:55:27.362" v="350" actId="20577"/>
        <pc:sldMkLst>
          <pc:docMk/>
          <pc:sldMk cId="2156655259" sldId="285"/>
        </pc:sldMkLst>
        <pc:spChg chg="mod">
          <ac:chgData name="Donley, Greyson" userId="S::donley.165@buckeyemail.osu.edu::1ec557f0-0d5a-4e69-a775-f9e475a2c2e3" providerId="AD" clId="Web-{5A259FEF-3848-B05E-BEE6-DB01466945DB}" dt="2025-11-12T16:55:27.362" v="350" actId="20577"/>
          <ac:spMkLst>
            <pc:docMk/>
            <pc:sldMk cId="2156655259" sldId="285"/>
            <ac:spMk id="4" creationId="{0BA56B3C-6E3F-050E-8258-9D498FE1C22D}"/>
          </ac:spMkLst>
        </pc:spChg>
      </pc:sldChg>
      <pc:sldChg chg="modSp add ord replId">
        <pc:chgData name="Donley, Greyson" userId="S::donley.165@buckeyemail.osu.edu::1ec557f0-0d5a-4e69-a775-f9e475a2c2e3" providerId="AD" clId="Web-{5A259FEF-3848-B05E-BEE6-DB01466945DB}" dt="2025-11-12T14:59:10.257" v="104" actId="20577"/>
        <pc:sldMkLst>
          <pc:docMk/>
          <pc:sldMk cId="364948183" sldId="286"/>
        </pc:sldMkLst>
        <pc:spChg chg="mod">
          <ac:chgData name="Donley, Greyson" userId="S::donley.165@buckeyemail.osu.edu::1ec557f0-0d5a-4e69-a775-f9e475a2c2e3" providerId="AD" clId="Web-{5A259FEF-3848-B05E-BEE6-DB01466945DB}" dt="2025-11-12T14:59:10.257" v="104" actId="20577"/>
          <ac:spMkLst>
            <pc:docMk/>
            <pc:sldMk cId="364948183" sldId="286"/>
            <ac:spMk id="3" creationId="{06AA14CA-3823-48FA-EC65-934C8B379BE3}"/>
          </ac:spMkLst>
        </pc:spChg>
        <pc:spChg chg="mod">
          <ac:chgData name="Donley, Greyson" userId="S::donley.165@buckeyemail.osu.edu::1ec557f0-0d5a-4e69-a775-f9e475a2c2e3" providerId="AD" clId="Web-{5A259FEF-3848-B05E-BEE6-DB01466945DB}" dt="2025-11-12T14:58:24.721" v="31" actId="20577"/>
          <ac:spMkLst>
            <pc:docMk/>
            <pc:sldMk cId="364948183" sldId="286"/>
            <ac:spMk id="4" creationId="{77FB72A3-67FC-19C7-4054-5EACEC46B3C0}"/>
          </ac:spMkLst>
        </pc:spChg>
      </pc:sldChg>
    </pc:docChg>
  </pc:docChgLst>
  <pc:docChgLst>
    <pc:chgData name="Donley, Greyson" userId="S::donley.165@buckeyemail.osu.edu::1ec557f0-0d5a-4e69-a775-f9e475a2c2e3" providerId="AD" clId="Web-{97C71487-1C51-E122-0B52-66D1824AD09D}"/>
    <pc:docChg chg="modSld">
      <pc:chgData name="Donley, Greyson" userId="S::donley.165@buckeyemail.osu.edu::1ec557f0-0d5a-4e69-a775-f9e475a2c2e3" providerId="AD" clId="Web-{97C71487-1C51-E122-0B52-66D1824AD09D}" dt="2025-11-13T13:41:57.961" v="32" actId="20577"/>
      <pc:docMkLst>
        <pc:docMk/>
      </pc:docMkLst>
      <pc:sldChg chg="modSp">
        <pc:chgData name="Donley, Greyson" userId="S::donley.165@buckeyemail.osu.edu::1ec557f0-0d5a-4e69-a775-f9e475a2c2e3" providerId="AD" clId="Web-{97C71487-1C51-E122-0B52-66D1824AD09D}" dt="2025-11-13T13:41:57.961" v="32" actId="20577"/>
        <pc:sldMkLst>
          <pc:docMk/>
          <pc:sldMk cId="2616472302" sldId="277"/>
        </pc:sldMkLst>
        <pc:spChg chg="mod">
          <ac:chgData name="Donley, Greyson" userId="S::donley.165@buckeyemail.osu.edu::1ec557f0-0d5a-4e69-a775-f9e475a2c2e3" providerId="AD" clId="Web-{97C71487-1C51-E122-0B52-66D1824AD09D}" dt="2025-11-13T13:41:57.961" v="32" actId="20577"/>
          <ac:spMkLst>
            <pc:docMk/>
            <pc:sldMk cId="2616472302" sldId="277"/>
            <ac:spMk id="3" creationId="{926903F5-F328-55C5-48F1-C391E2BA1210}"/>
          </ac:spMkLst>
        </pc:spChg>
      </pc:sldChg>
      <pc:sldChg chg="modSp">
        <pc:chgData name="Donley, Greyson" userId="S::donley.165@buckeyemail.osu.edu::1ec557f0-0d5a-4e69-a775-f9e475a2c2e3" providerId="AD" clId="Web-{97C71487-1C51-E122-0B52-66D1824AD09D}" dt="2025-11-13T04:25:19.477" v="6" actId="20577"/>
        <pc:sldMkLst>
          <pc:docMk/>
          <pc:sldMk cId="3709356943" sldId="288"/>
        </pc:sldMkLst>
        <pc:spChg chg="mod">
          <ac:chgData name="Donley, Greyson" userId="S::donley.165@buckeyemail.osu.edu::1ec557f0-0d5a-4e69-a775-f9e475a2c2e3" providerId="AD" clId="Web-{97C71487-1C51-E122-0B52-66D1824AD09D}" dt="2025-11-13T04:25:19.477" v="6" actId="20577"/>
          <ac:spMkLst>
            <pc:docMk/>
            <pc:sldMk cId="3709356943" sldId="288"/>
            <ac:spMk id="4" creationId="{E76AE3E1-A799-1CB7-EF3B-D7EA86B2B796}"/>
          </ac:spMkLst>
        </pc:spChg>
      </pc:sldChg>
      <pc:sldChg chg="modSp">
        <pc:chgData name="Donley, Greyson" userId="S::donley.165@buckeyemail.osu.edu::1ec557f0-0d5a-4e69-a775-f9e475a2c2e3" providerId="AD" clId="Web-{97C71487-1C51-E122-0B52-66D1824AD09D}" dt="2025-11-13T05:18:36.090" v="21" actId="1076"/>
        <pc:sldMkLst>
          <pc:docMk/>
          <pc:sldMk cId="3984518716" sldId="289"/>
        </pc:sldMkLst>
        <pc:spChg chg="mod">
          <ac:chgData name="Donley, Greyson" userId="S::donley.165@buckeyemail.osu.edu::1ec557f0-0d5a-4e69-a775-f9e475a2c2e3" providerId="AD" clId="Web-{97C71487-1C51-E122-0B52-66D1824AD09D}" dt="2025-11-13T05:18:36.090" v="21" actId="1076"/>
          <ac:spMkLst>
            <pc:docMk/>
            <pc:sldMk cId="3984518716" sldId="289"/>
            <ac:spMk id="3" creationId="{F7D940A8-06B8-2A26-6CE6-67AB278C9D61}"/>
          </ac:spMkLst>
        </pc:spChg>
        <pc:spChg chg="mod">
          <ac:chgData name="Donley, Greyson" userId="S::donley.165@buckeyemail.osu.edu::1ec557f0-0d5a-4e69-a775-f9e475a2c2e3" providerId="AD" clId="Web-{97C71487-1C51-E122-0B52-66D1824AD09D}" dt="2025-11-13T05:18:18.809" v="18" actId="20577"/>
          <ac:spMkLst>
            <pc:docMk/>
            <pc:sldMk cId="3984518716" sldId="289"/>
            <ac:spMk id="5" creationId="{2F10A518-56E9-29F1-A317-1B02576EE74B}"/>
          </ac:spMkLst>
        </pc:spChg>
        <pc:spChg chg="mod">
          <ac:chgData name="Donley, Greyson" userId="S::donley.165@buckeyemail.osu.edu::1ec557f0-0d5a-4e69-a775-f9e475a2c2e3" providerId="AD" clId="Web-{97C71487-1C51-E122-0B52-66D1824AD09D}" dt="2025-11-13T05:18:24.012" v="19" actId="1076"/>
          <ac:spMkLst>
            <pc:docMk/>
            <pc:sldMk cId="3984518716" sldId="289"/>
            <ac:spMk id="8" creationId="{5AD72290-3BA2-6466-A3AD-0A227792AFC0}"/>
          </ac:spMkLst>
        </pc:spChg>
        <pc:picChg chg="mod">
          <ac:chgData name="Donley, Greyson" userId="S::donley.165@buckeyemail.osu.edu::1ec557f0-0d5a-4e69-a775-f9e475a2c2e3" providerId="AD" clId="Web-{97C71487-1C51-E122-0B52-66D1824AD09D}" dt="2025-11-13T05:18:26.778" v="20" actId="1076"/>
          <ac:picMkLst>
            <pc:docMk/>
            <pc:sldMk cId="3984518716" sldId="289"/>
            <ac:picMk id="7" creationId="{B2CA29B2-04AA-F858-59EF-8C19F5B155C8}"/>
          </ac:picMkLst>
        </pc:picChg>
      </pc:sldChg>
    </pc:docChg>
  </pc:docChgLst>
  <pc:docChgLst>
    <pc:chgData name="Donley, Greyson" userId="S::donley.165@buckeyemail.osu.edu::1ec557f0-0d5a-4e69-a775-f9e475a2c2e3" providerId="AD" clId="Web-{7B368AF6-B23A-8AD7-30E5-0CEDD61068A7}"/>
    <pc:docChg chg="delSld modSld">
      <pc:chgData name="Donley, Greyson" userId="S::donley.165@buckeyemail.osu.edu::1ec557f0-0d5a-4e69-a775-f9e475a2c2e3" providerId="AD" clId="Web-{7B368AF6-B23A-8AD7-30E5-0CEDD61068A7}" dt="2025-11-12T00:01:22.896" v="14" actId="1076"/>
      <pc:docMkLst>
        <pc:docMk/>
      </pc:docMkLst>
    </pc:docChg>
  </pc:docChgLst>
  <pc:docChgLst>
    <pc:chgData name="Donley, Greyson" userId="S::donley.165@buckeyemail.osu.edu::1ec557f0-0d5a-4e69-a775-f9e475a2c2e3" providerId="AD" clId="Web-{3F6C2CC8-837E-F432-0F07-CD9F0675957C}"/>
    <pc:docChg chg="modSld">
      <pc:chgData name="Donley, Greyson" userId="S::donley.165@buckeyemail.osu.edu::1ec557f0-0d5a-4e69-a775-f9e475a2c2e3" providerId="AD" clId="Web-{3F6C2CC8-837E-F432-0F07-CD9F0675957C}" dt="2025-11-11T19:06:20.876" v="5" actId="1076"/>
      <pc:docMkLst>
        <pc:docMk/>
      </pc:docMkLst>
      <pc:sldChg chg="addSp delSp modSp">
        <pc:chgData name="Donley, Greyson" userId="S::donley.165@buckeyemail.osu.edu::1ec557f0-0d5a-4e69-a775-f9e475a2c2e3" providerId="AD" clId="Web-{3F6C2CC8-837E-F432-0F07-CD9F0675957C}" dt="2025-11-11T19:06:20.876" v="5" actId="1076"/>
        <pc:sldMkLst>
          <pc:docMk/>
          <pc:sldMk cId="3017603397" sldId="275"/>
        </pc:sldMkLst>
      </pc:sldChg>
    </pc:docChg>
  </pc:docChgLst>
  <pc:docChgLst>
    <pc:chgData name="Sayeed, Fatima" userId="S::sayeed.5@buckeyemail.osu.edu::816f673c-5bc2-401f-8ec9-18c545977b8f" providerId="AD" clId="Web-{FA41C86A-5E8A-05B8-4652-B156EB85AD60}"/>
    <pc:docChg chg="addSld delSld modSld sldOrd">
      <pc:chgData name="Sayeed, Fatima" userId="S::sayeed.5@buckeyemail.osu.edu::816f673c-5bc2-401f-8ec9-18c545977b8f" providerId="AD" clId="Web-{FA41C86A-5E8A-05B8-4652-B156EB85AD60}" dt="2025-11-11T19:22:40.374" v="685"/>
      <pc:docMkLst>
        <pc:docMk/>
      </pc:docMkLst>
      <pc:sldChg chg="addSp delSp modSp">
        <pc:chgData name="Sayeed, Fatima" userId="S::sayeed.5@buckeyemail.osu.edu::816f673c-5bc2-401f-8ec9-18c545977b8f" providerId="AD" clId="Web-{FA41C86A-5E8A-05B8-4652-B156EB85AD60}" dt="2025-11-11T19:15:07.004" v="631" actId="1076"/>
        <pc:sldMkLst>
          <pc:docMk/>
          <pc:sldMk cId="3839089488" sldId="264"/>
        </pc:sldMkLst>
        <pc:spChg chg="mod">
          <ac:chgData name="Sayeed, Fatima" userId="S::sayeed.5@buckeyemail.osu.edu::816f673c-5bc2-401f-8ec9-18c545977b8f" providerId="AD" clId="Web-{FA41C86A-5E8A-05B8-4652-B156EB85AD60}" dt="2025-11-11T19:13:38.221" v="621" actId="14100"/>
          <ac:spMkLst>
            <pc:docMk/>
            <pc:sldMk cId="3839089488" sldId="264"/>
            <ac:spMk id="4" creationId="{397ADC20-48C9-8C1A-6DB7-BFBA9787769B}"/>
          </ac:spMkLst>
        </pc:spChg>
        <pc:picChg chg="add mod modCrop">
          <ac:chgData name="Sayeed, Fatima" userId="S::sayeed.5@buckeyemail.osu.edu::816f673c-5bc2-401f-8ec9-18c545977b8f" providerId="AD" clId="Web-{FA41C86A-5E8A-05B8-4652-B156EB85AD60}" dt="2025-11-11T19:15:07.004" v="631" actId="1076"/>
          <ac:picMkLst>
            <pc:docMk/>
            <pc:sldMk cId="3839089488" sldId="264"/>
            <ac:picMk id="7" creationId="{9FE28BE9-9D6E-AE7A-EC55-9F475F184366}"/>
          </ac:picMkLst>
        </pc:picChg>
      </pc:sldChg>
      <pc:sldChg chg="modSp">
        <pc:chgData name="Sayeed, Fatima" userId="S::sayeed.5@buckeyemail.osu.edu::816f673c-5bc2-401f-8ec9-18c545977b8f" providerId="AD" clId="Web-{FA41C86A-5E8A-05B8-4652-B156EB85AD60}" dt="2025-11-11T18:04:17.445" v="57" actId="20577"/>
        <pc:sldMkLst>
          <pc:docMk/>
          <pc:sldMk cId="3293156951" sldId="266"/>
        </pc:sldMkLst>
        <pc:spChg chg="mod">
          <ac:chgData name="Sayeed, Fatima" userId="S::sayeed.5@buckeyemail.osu.edu::816f673c-5bc2-401f-8ec9-18c545977b8f" providerId="AD" clId="Web-{FA41C86A-5E8A-05B8-4652-B156EB85AD60}" dt="2025-11-11T18:04:17.445" v="57" actId="20577"/>
          <ac:spMkLst>
            <pc:docMk/>
            <pc:sldMk cId="3293156951" sldId="266"/>
            <ac:spMk id="3" creationId="{00000000-0000-0000-0000-000000000000}"/>
          </ac:spMkLst>
        </pc:spChg>
      </pc:sldChg>
      <pc:sldChg chg="addSp delSp modSp ord">
        <pc:chgData name="Sayeed, Fatima" userId="S::sayeed.5@buckeyemail.osu.edu::816f673c-5bc2-401f-8ec9-18c545977b8f" providerId="AD" clId="Web-{FA41C86A-5E8A-05B8-4652-B156EB85AD60}" dt="2025-11-11T19:18:47.211" v="647" actId="1076"/>
        <pc:sldMkLst>
          <pc:docMk/>
          <pc:sldMk cId="2374092473" sldId="269"/>
        </pc:sldMkLst>
        <pc:spChg chg="add mod">
          <ac:chgData name="Sayeed, Fatima" userId="S::sayeed.5@buckeyemail.osu.edu::816f673c-5bc2-401f-8ec9-18c545977b8f" providerId="AD" clId="Web-{FA41C86A-5E8A-05B8-4652-B156EB85AD60}" dt="2025-11-11T18:52:10.041" v="606" actId="20577"/>
          <ac:spMkLst>
            <pc:docMk/>
            <pc:sldMk cId="2374092473" sldId="269"/>
            <ac:spMk id="2" creationId="{73CC6D71-01C0-08C8-5A84-C13A06929A99}"/>
          </ac:spMkLst>
        </pc:spChg>
        <pc:spChg chg="mod">
          <ac:chgData name="Sayeed, Fatima" userId="S::sayeed.5@buckeyemail.osu.edu::816f673c-5bc2-401f-8ec9-18c545977b8f" providerId="AD" clId="Web-{FA41C86A-5E8A-05B8-4652-B156EB85AD60}" dt="2025-11-11T18:40:02.494" v="441" actId="1076"/>
          <ac:spMkLst>
            <pc:docMk/>
            <pc:sldMk cId="2374092473" sldId="269"/>
            <ac:spMk id="11" creationId="{1D1ADAB0-C618-B3ED-656F-4B5D5562CB72}"/>
          </ac:spMkLst>
        </pc:spChg>
      </pc:sldChg>
      <pc:sldChg chg="modSp">
        <pc:chgData name="Sayeed, Fatima" userId="S::sayeed.5@buckeyemail.osu.edu::816f673c-5bc2-401f-8ec9-18c545977b8f" providerId="AD" clId="Web-{FA41C86A-5E8A-05B8-4652-B156EB85AD60}" dt="2025-11-11T19:22:06.358" v="668" actId="20577"/>
        <pc:sldMkLst>
          <pc:docMk/>
          <pc:sldMk cId="2854175636" sldId="270"/>
        </pc:sldMkLst>
        <pc:spChg chg="mod">
          <ac:chgData name="Sayeed, Fatima" userId="S::sayeed.5@buckeyemail.osu.edu::816f673c-5bc2-401f-8ec9-18c545977b8f" providerId="AD" clId="Web-{FA41C86A-5E8A-05B8-4652-B156EB85AD60}" dt="2025-11-11T19:21:52.248" v="665" actId="1076"/>
          <ac:spMkLst>
            <pc:docMk/>
            <pc:sldMk cId="2854175636" sldId="270"/>
            <ac:spMk id="5" creationId="{235B5E01-A4F6-2BB8-72BF-F69FF2079F0D}"/>
          </ac:spMkLst>
        </pc:spChg>
        <pc:graphicFrameChg chg="mod">
          <ac:chgData name="Sayeed, Fatima" userId="S::sayeed.5@buckeyemail.osu.edu::816f673c-5bc2-401f-8ec9-18c545977b8f" providerId="AD" clId="Web-{FA41C86A-5E8A-05B8-4652-B156EB85AD60}" dt="2025-11-11T19:22:03.874" v="667" actId="1076"/>
          <ac:graphicFrameMkLst>
            <pc:docMk/>
            <pc:sldMk cId="2854175636" sldId="270"/>
            <ac:graphicFrameMk id="7" creationId="{30555DFE-10FF-EB78-4566-3084B061BC9E}"/>
          </ac:graphicFrameMkLst>
        </pc:graphicFrameChg>
      </pc:sldChg>
      <pc:sldChg chg="addSp delSp modSp add replId">
        <pc:chgData name="Sayeed, Fatima" userId="S::sayeed.5@buckeyemail.osu.edu::816f673c-5bc2-401f-8ec9-18c545977b8f" providerId="AD" clId="Web-{FA41C86A-5E8A-05B8-4652-B156EB85AD60}" dt="2025-11-11T19:22:40.374" v="685"/>
        <pc:sldMkLst>
          <pc:docMk/>
          <pc:sldMk cId="1499293568" sldId="283"/>
        </pc:sldMkLst>
        <pc:spChg chg="mod">
          <ac:chgData name="Sayeed, Fatima" userId="S::sayeed.5@buckeyemail.osu.edu::816f673c-5bc2-401f-8ec9-18c545977b8f" providerId="AD" clId="Web-{FA41C86A-5E8A-05B8-4652-B156EB85AD60}" dt="2025-11-11T19:22:36.530" v="684" actId="20577"/>
          <ac:spMkLst>
            <pc:docMk/>
            <pc:sldMk cId="1499293568" sldId="283"/>
            <ac:spMk id="2" creationId="{D1BD9C70-9C02-6BA6-F21E-6872057600CA}"/>
          </ac:spMkLst>
        </pc:spChg>
      </pc:sldChg>
    </pc:docChg>
  </pc:docChgLst>
  <pc:docChgLst>
    <pc:chgData name="Sayeed, Fatima" userId="S::sayeed.5@buckeyemail.osu.edu::816f673c-5bc2-401f-8ec9-18c545977b8f" providerId="AD" clId="Web-{16D30371-63E6-2A34-68D3-E6A6AB3EA7EC}"/>
    <pc:docChg chg="delSld modSld">
      <pc:chgData name="Sayeed, Fatima" userId="S::sayeed.5@buckeyemail.osu.edu::816f673c-5bc2-401f-8ec9-18c545977b8f" providerId="AD" clId="Web-{16D30371-63E6-2A34-68D3-E6A6AB3EA7EC}" dt="2025-11-12T05:03:25.789" v="76" actId="1076"/>
      <pc:docMkLst>
        <pc:docMk/>
      </pc:docMkLst>
      <pc:sldChg chg="addSp delSp modSp">
        <pc:chgData name="Sayeed, Fatima" userId="S::sayeed.5@buckeyemail.osu.edu::816f673c-5bc2-401f-8ec9-18c545977b8f" providerId="AD" clId="Web-{16D30371-63E6-2A34-68D3-E6A6AB3EA7EC}" dt="2025-11-12T04:44:35.306" v="48" actId="1076"/>
        <pc:sldMkLst>
          <pc:docMk/>
          <pc:sldMk cId="2476556484" sldId="276"/>
        </pc:sldMkLst>
        <pc:graphicFrameChg chg="add mod modGraphic">
          <ac:chgData name="Sayeed, Fatima" userId="S::sayeed.5@buckeyemail.osu.edu::816f673c-5bc2-401f-8ec9-18c545977b8f" providerId="AD" clId="Web-{16D30371-63E6-2A34-68D3-E6A6AB3EA7EC}" dt="2025-11-12T04:44:35.306" v="48" actId="1076"/>
          <ac:graphicFrameMkLst>
            <pc:docMk/>
            <pc:sldMk cId="2476556484" sldId="276"/>
            <ac:graphicFrameMk id="6" creationId="{08DC69AA-EEC1-73BC-6769-E8C7CDAECE1C}"/>
          </ac:graphicFrameMkLst>
        </pc:graphicFrameChg>
      </pc:sldChg>
      <pc:sldChg chg="addSp modSp">
        <pc:chgData name="Sayeed, Fatima" userId="S::sayeed.5@buckeyemail.osu.edu::816f673c-5bc2-401f-8ec9-18c545977b8f" providerId="AD" clId="Web-{16D30371-63E6-2A34-68D3-E6A6AB3EA7EC}" dt="2025-11-12T05:03:25.789" v="76" actId="1076"/>
        <pc:sldMkLst>
          <pc:docMk/>
          <pc:sldMk cId="867700332" sldId="278"/>
        </pc:sldMkLst>
      </pc:sldChg>
    </pc:docChg>
  </pc:docChgLst>
  <pc:docChgLst>
    <pc:chgData name="Donley, Greyson" userId="S::donley.165@buckeyemail.osu.edu::1ec557f0-0d5a-4e69-a775-f9e475a2c2e3" providerId="AD" clId="Web-{D0FE1C29-93B5-63E1-2C11-6E52B2485076}"/>
    <pc:docChg chg="modSld">
      <pc:chgData name="Donley, Greyson" userId="S::donley.165@buckeyemail.osu.edu::1ec557f0-0d5a-4e69-a775-f9e475a2c2e3" providerId="AD" clId="Web-{D0FE1C29-93B5-63E1-2C11-6E52B2485076}" dt="2025-11-11T18:39:35.173" v="7" actId="14100"/>
      <pc:docMkLst>
        <pc:docMk/>
      </pc:docMkLst>
      <pc:sldChg chg="addSp modSp">
        <pc:chgData name="Donley, Greyson" userId="S::donley.165@buckeyemail.osu.edu::1ec557f0-0d5a-4e69-a775-f9e475a2c2e3" providerId="AD" clId="Web-{D0FE1C29-93B5-63E1-2C11-6E52B2485076}" dt="2025-11-11T18:39:35.173" v="7" actId="14100"/>
        <pc:sldMkLst>
          <pc:docMk/>
          <pc:sldMk cId="3017603397" sldId="275"/>
        </pc:sldMkLst>
      </pc:sldChg>
    </pc:docChg>
  </pc:docChgLst>
  <pc:docChgLst>
    <pc:chgData name="Sayeed, Fatima" userId="S::sayeed.5@buckeyemail.osu.edu::816f673c-5bc2-401f-8ec9-18c545977b8f" providerId="AD" clId="Web-{7B4DCFB8-E7FB-F066-03D8-059758621DB2}"/>
    <pc:docChg chg="modSld">
      <pc:chgData name="Sayeed, Fatima" userId="S::sayeed.5@buckeyemail.osu.edu::816f673c-5bc2-401f-8ec9-18c545977b8f" providerId="AD" clId="Web-{7B4DCFB8-E7FB-F066-03D8-059758621DB2}" dt="2025-11-12T21:23:42.601" v="0"/>
      <pc:docMkLst>
        <pc:docMk/>
      </pc:docMkLst>
      <pc:sldChg chg="addSp modSp">
        <pc:chgData name="Sayeed, Fatima" userId="S::sayeed.5@buckeyemail.osu.edu::816f673c-5bc2-401f-8ec9-18c545977b8f" providerId="AD" clId="Web-{7B4DCFB8-E7FB-F066-03D8-059758621DB2}" dt="2025-11-12T21:23:42.601" v="0"/>
        <pc:sldMkLst>
          <pc:docMk/>
          <pc:sldMk cId="1499293568" sldId="283"/>
        </pc:sldMkLst>
      </pc:sldChg>
    </pc:docChg>
  </pc:docChgLst>
  <pc:docChgLst>
    <pc:chgData name="Sayeed, Fatima" userId="S::sayeed.5@buckeyemail.osu.edu::816f673c-5bc2-401f-8ec9-18c545977b8f" providerId="AD" clId="Web-{FF7EA9A8-85D6-E61F-442D-8B6894563B8A}"/>
    <pc:docChg chg="modSld">
      <pc:chgData name="Sayeed, Fatima" userId="S::sayeed.5@buckeyemail.osu.edu::816f673c-5bc2-401f-8ec9-18c545977b8f" providerId="AD" clId="Web-{FF7EA9A8-85D6-E61F-442D-8B6894563B8A}" dt="2025-11-17T19:25:32.022" v="0" actId="1076"/>
      <pc:docMkLst>
        <pc:docMk/>
      </pc:docMkLst>
      <pc:sldChg chg="modSp">
        <pc:chgData name="Sayeed, Fatima" userId="S::sayeed.5@buckeyemail.osu.edu::816f673c-5bc2-401f-8ec9-18c545977b8f" providerId="AD" clId="Web-{FF7EA9A8-85D6-E61F-442D-8B6894563B8A}" dt="2025-11-17T19:25:32.022" v="0" actId="1076"/>
        <pc:sldMkLst>
          <pc:docMk/>
          <pc:sldMk cId="3017603397" sldId="275"/>
        </pc:sldMkLst>
        <pc:picChg chg="mod">
          <ac:chgData name="Sayeed, Fatima" userId="S::sayeed.5@buckeyemail.osu.edu::816f673c-5bc2-401f-8ec9-18c545977b8f" providerId="AD" clId="Web-{FF7EA9A8-85D6-E61F-442D-8B6894563B8A}" dt="2025-11-17T19:25:32.022" v="0" actId="1076"/>
          <ac:picMkLst>
            <pc:docMk/>
            <pc:sldMk cId="3017603397" sldId="275"/>
            <ac:picMk id="2" creationId="{92D44A73-A9F2-AF6D-3BC4-2098734F7210}"/>
          </ac:picMkLst>
        </pc:picChg>
      </pc:sldChg>
    </pc:docChg>
  </pc:docChgLst>
  <pc:docChgLst>
    <pc:chgData name="Sayeed, Fatima" userId="S::sayeed.5@buckeyemail.osu.edu::816f673c-5bc2-401f-8ec9-18c545977b8f" providerId="AD" clId="Web-{C0E76CF6-5C74-3331-0C75-EF30445915BB}"/>
    <pc:docChg chg="addSld modSld">
      <pc:chgData name="Sayeed, Fatima" userId="S::sayeed.5@buckeyemail.osu.edu::816f673c-5bc2-401f-8ec9-18c545977b8f" providerId="AD" clId="Web-{C0E76CF6-5C74-3331-0C75-EF30445915BB}" dt="2025-11-12T02:39:32.379" v="37" actId="1076"/>
      <pc:docMkLst>
        <pc:docMk/>
      </pc:docMkLst>
      <pc:sldChg chg="delSp modSp">
        <pc:chgData name="Sayeed, Fatima" userId="S::sayeed.5@buckeyemail.osu.edu::816f673c-5bc2-401f-8ec9-18c545977b8f" providerId="AD" clId="Web-{C0E76CF6-5C74-3331-0C75-EF30445915BB}" dt="2025-11-12T02:39:32.379" v="37" actId="1076"/>
        <pc:sldMkLst>
          <pc:docMk/>
          <pc:sldMk cId="2632970568" sldId="284"/>
        </pc:sldMkLst>
        <pc:spChg chg="mod">
          <ac:chgData name="Sayeed, Fatima" userId="S::sayeed.5@buckeyemail.osu.edu::816f673c-5bc2-401f-8ec9-18c545977b8f" providerId="AD" clId="Web-{C0E76CF6-5C74-3331-0C75-EF30445915BB}" dt="2025-11-12T02:39:32.379" v="37" actId="1076"/>
          <ac:spMkLst>
            <pc:docMk/>
            <pc:sldMk cId="2632970568" sldId="284"/>
            <ac:spMk id="4" creationId="{0F922712-3E21-7721-0F70-7C5A7CD1BF2A}"/>
          </ac:spMkLst>
        </pc:spChg>
      </pc:sldChg>
      <pc:sldChg chg="delSp modSp add replId">
        <pc:chgData name="Sayeed, Fatima" userId="S::sayeed.5@buckeyemail.osu.edu::816f673c-5bc2-401f-8ec9-18c545977b8f" providerId="AD" clId="Web-{C0E76CF6-5C74-3331-0C75-EF30445915BB}" dt="2025-11-12T02:39:17.160" v="33"/>
        <pc:sldMkLst>
          <pc:docMk/>
          <pc:sldMk cId="2156655259" sldId="285"/>
        </pc:sldMkLst>
        <pc:spChg chg="mod">
          <ac:chgData name="Sayeed, Fatima" userId="S::sayeed.5@buckeyemail.osu.edu::816f673c-5bc2-401f-8ec9-18c545977b8f" providerId="AD" clId="Web-{C0E76CF6-5C74-3331-0C75-EF30445915BB}" dt="2025-11-12T02:39:12.645" v="30" actId="20577"/>
          <ac:spMkLst>
            <pc:docMk/>
            <pc:sldMk cId="2156655259" sldId="285"/>
            <ac:spMk id="4" creationId="{0BA56B3C-6E3F-050E-8258-9D498FE1C22D}"/>
          </ac:spMkLst>
        </pc:spChg>
      </pc:sldChg>
    </pc:docChg>
  </pc:docChgLst>
  <pc:docChgLst>
    <pc:chgData name="Donley, Greyson" userId="S::donley.165@buckeyemail.osu.edu::1ec557f0-0d5a-4e69-a775-f9e475a2c2e3" providerId="AD" clId="Web-{3EE26489-96CE-914D-A4E5-57280DF8A28C}"/>
    <pc:docChg chg="mod modSld">
      <pc:chgData name="Donley, Greyson" userId="S::donley.165@buckeyemail.osu.edu::1ec557f0-0d5a-4e69-a775-f9e475a2c2e3" providerId="AD" clId="Web-{3EE26489-96CE-914D-A4E5-57280DF8A28C}" dt="2025-11-13T00:25:51.093" v="360" actId="20577"/>
      <pc:docMkLst>
        <pc:docMk/>
      </pc:docMkLst>
      <pc:sldChg chg="modSp">
        <pc:chgData name="Donley, Greyson" userId="S::donley.165@buckeyemail.osu.edu::1ec557f0-0d5a-4e69-a775-f9e475a2c2e3" providerId="AD" clId="Web-{3EE26489-96CE-914D-A4E5-57280DF8A28C}" dt="2025-11-12T22:53:37.219" v="65" actId="20577"/>
        <pc:sldMkLst>
          <pc:docMk/>
          <pc:sldMk cId="2374092473" sldId="269"/>
        </pc:sldMkLst>
        <pc:spChg chg="mod">
          <ac:chgData name="Donley, Greyson" userId="S::donley.165@buckeyemail.osu.edu::1ec557f0-0d5a-4e69-a775-f9e475a2c2e3" providerId="AD" clId="Web-{3EE26489-96CE-914D-A4E5-57280DF8A28C}" dt="2025-11-12T22:53:37.219" v="65" actId="20577"/>
          <ac:spMkLst>
            <pc:docMk/>
            <pc:sldMk cId="2374092473" sldId="269"/>
            <ac:spMk id="2" creationId="{73CC6D71-01C0-08C8-5A84-C13A06929A99}"/>
          </ac:spMkLst>
        </pc:spChg>
      </pc:sldChg>
      <pc:sldChg chg="modSp">
        <pc:chgData name="Donley, Greyson" userId="S::donley.165@buckeyemail.osu.edu::1ec557f0-0d5a-4e69-a775-f9e475a2c2e3" providerId="AD" clId="Web-{3EE26489-96CE-914D-A4E5-57280DF8A28C}" dt="2025-11-12T22:54:02.688" v="69" actId="20577"/>
        <pc:sldMkLst>
          <pc:docMk/>
          <pc:sldMk cId="3017603397" sldId="275"/>
        </pc:sldMkLst>
        <pc:spChg chg="mod">
          <ac:chgData name="Donley, Greyson" userId="S::donley.165@buckeyemail.osu.edu::1ec557f0-0d5a-4e69-a775-f9e475a2c2e3" providerId="AD" clId="Web-{3EE26489-96CE-914D-A4E5-57280DF8A28C}" dt="2025-11-12T22:54:02.688" v="69" actId="20577"/>
          <ac:spMkLst>
            <pc:docMk/>
            <pc:sldMk cId="3017603397" sldId="275"/>
            <ac:spMk id="3" creationId="{8FFF680D-0E40-8F71-999C-437FC2442702}"/>
          </ac:spMkLst>
        </pc:spChg>
      </pc:sldChg>
      <pc:sldChg chg="modSp">
        <pc:chgData name="Donley, Greyson" userId="S::donley.165@buckeyemail.osu.edu::1ec557f0-0d5a-4e69-a775-f9e475a2c2e3" providerId="AD" clId="Web-{3EE26489-96CE-914D-A4E5-57280DF8A28C}" dt="2025-11-13T00:25:51.093" v="360" actId="20577"/>
        <pc:sldMkLst>
          <pc:docMk/>
          <pc:sldMk cId="2616472302" sldId="277"/>
        </pc:sldMkLst>
        <pc:spChg chg="mod">
          <ac:chgData name="Donley, Greyson" userId="S::donley.165@buckeyemail.osu.edu::1ec557f0-0d5a-4e69-a775-f9e475a2c2e3" providerId="AD" clId="Web-{3EE26489-96CE-914D-A4E5-57280DF8A28C}" dt="2025-11-13T00:25:51.093" v="360" actId="20577"/>
          <ac:spMkLst>
            <pc:docMk/>
            <pc:sldMk cId="2616472302" sldId="277"/>
            <ac:spMk id="3" creationId="{926903F5-F328-55C5-48F1-C391E2BA1210}"/>
          </ac:spMkLst>
        </pc:spChg>
        <pc:spChg chg="mod">
          <ac:chgData name="Donley, Greyson" userId="S::donley.165@buckeyemail.osu.edu::1ec557f0-0d5a-4e69-a775-f9e475a2c2e3" providerId="AD" clId="Web-{3EE26489-96CE-914D-A4E5-57280DF8A28C}" dt="2025-11-13T00:24:35.182" v="338" actId="1076"/>
          <ac:spMkLst>
            <pc:docMk/>
            <pc:sldMk cId="2616472302" sldId="277"/>
            <ac:spMk id="4" creationId="{614DE647-CF81-1AC1-5D17-2A396276E9D8}"/>
          </ac:spMkLst>
        </pc:spChg>
      </pc:sldChg>
      <pc:sldChg chg="delSp modSp">
        <pc:chgData name="Donley, Greyson" userId="S::donley.165@buckeyemail.osu.edu::1ec557f0-0d5a-4e69-a775-f9e475a2c2e3" providerId="AD" clId="Web-{3EE26489-96CE-914D-A4E5-57280DF8A28C}" dt="2025-11-12T21:38:41.661" v="4" actId="1076"/>
        <pc:sldMkLst>
          <pc:docMk/>
          <pc:sldMk cId="867700332" sldId="278"/>
        </pc:sldMkLst>
        <pc:picChg chg="mod">
          <ac:chgData name="Donley, Greyson" userId="S::donley.165@buckeyemail.osu.edu::1ec557f0-0d5a-4e69-a775-f9e475a2c2e3" providerId="AD" clId="Web-{3EE26489-96CE-914D-A4E5-57280DF8A28C}" dt="2025-11-12T21:38:41.661" v="4" actId="1076"/>
          <ac:picMkLst>
            <pc:docMk/>
            <pc:sldMk cId="867700332" sldId="278"/>
            <ac:picMk id="5" creationId="{56EAD413-BCA5-8B7F-17D0-DD367AA6F5D2}"/>
          </ac:picMkLst>
        </pc:picChg>
      </pc:sldChg>
      <pc:sldChg chg="modSp">
        <pc:chgData name="Donley, Greyson" userId="S::donley.165@buckeyemail.osu.edu::1ec557f0-0d5a-4e69-a775-f9e475a2c2e3" providerId="AD" clId="Web-{3EE26489-96CE-914D-A4E5-57280DF8A28C}" dt="2025-11-13T00:25:19.480" v="341" actId="1076"/>
        <pc:sldMkLst>
          <pc:docMk/>
          <pc:sldMk cId="1499293568" sldId="283"/>
        </pc:sldMkLst>
        <pc:spChg chg="mod">
          <ac:chgData name="Donley, Greyson" userId="S::donley.165@buckeyemail.osu.edu::1ec557f0-0d5a-4e69-a775-f9e475a2c2e3" providerId="AD" clId="Web-{3EE26489-96CE-914D-A4E5-57280DF8A28C}" dt="2025-11-13T00:25:19.480" v="341" actId="1076"/>
          <ac:spMkLst>
            <pc:docMk/>
            <pc:sldMk cId="1499293568" sldId="283"/>
            <ac:spMk id="2" creationId="{D1BD9C70-9C02-6BA6-F21E-6872057600CA}"/>
          </ac:spMkLst>
        </pc:spChg>
        <pc:spChg chg="mod">
          <ac:chgData name="Donley, Greyson" userId="S::donley.165@buckeyemail.osu.edu::1ec557f0-0d5a-4e69-a775-f9e475a2c2e3" providerId="AD" clId="Web-{3EE26489-96CE-914D-A4E5-57280DF8A28C}" dt="2025-11-13T00:25:13.058" v="340" actId="1076"/>
          <ac:spMkLst>
            <pc:docMk/>
            <pc:sldMk cId="1499293568" sldId="283"/>
            <ac:spMk id="5" creationId="{81CD176C-363B-B2E4-4E49-79A29F930717}"/>
          </ac:spMkLst>
        </pc:spChg>
      </pc:sldChg>
      <pc:sldChg chg="addSp delSp modSp">
        <pc:chgData name="Donley, Greyson" userId="S::donley.165@buckeyemail.osu.edu::1ec557f0-0d5a-4e69-a775-f9e475a2c2e3" providerId="AD" clId="Web-{3EE26489-96CE-914D-A4E5-57280DF8A28C}" dt="2025-11-12T23:56:46.863" v="331" actId="1076"/>
        <pc:sldMkLst>
          <pc:docMk/>
          <pc:sldMk cId="364948183" sldId="286"/>
        </pc:sldMkLst>
        <pc:spChg chg="mod">
          <ac:chgData name="Donley, Greyson" userId="S::donley.165@buckeyemail.osu.edu::1ec557f0-0d5a-4e69-a775-f9e475a2c2e3" providerId="AD" clId="Web-{3EE26489-96CE-914D-A4E5-57280DF8A28C}" dt="2025-11-12T23:56:46.863" v="331" actId="1076"/>
          <ac:spMkLst>
            <pc:docMk/>
            <pc:sldMk cId="364948183" sldId="286"/>
            <ac:spMk id="3" creationId="{06AA14CA-3823-48FA-EC65-934C8B379BE3}"/>
          </ac:spMkLst>
        </pc:spChg>
        <pc:picChg chg="add mod modCrop">
          <ac:chgData name="Donley, Greyson" userId="S::donley.165@buckeyemail.osu.edu::1ec557f0-0d5a-4e69-a775-f9e475a2c2e3" providerId="AD" clId="Web-{3EE26489-96CE-914D-A4E5-57280DF8A28C}" dt="2025-11-12T22:56:45.343" v="81" actId="1076"/>
          <ac:picMkLst>
            <pc:docMk/>
            <pc:sldMk cId="364948183" sldId="286"/>
            <ac:picMk id="7" creationId="{273E8A27-D2AB-02EB-970E-CBA657A06AA5}"/>
          </ac:picMkLst>
        </pc:picChg>
      </pc:sldChg>
      <pc:sldChg chg="modSp">
        <pc:chgData name="Donley, Greyson" userId="S::donley.165@buckeyemail.osu.edu::1ec557f0-0d5a-4e69-a775-f9e475a2c2e3" providerId="AD" clId="Web-{3EE26489-96CE-914D-A4E5-57280DF8A28C}" dt="2025-11-12T22:54:07.328" v="71" actId="20577"/>
        <pc:sldMkLst>
          <pc:docMk/>
          <pc:sldMk cId="3633689163" sldId="287"/>
        </pc:sldMkLst>
        <pc:spChg chg="mod">
          <ac:chgData name="Donley, Greyson" userId="S::donley.165@buckeyemail.osu.edu::1ec557f0-0d5a-4e69-a775-f9e475a2c2e3" providerId="AD" clId="Web-{3EE26489-96CE-914D-A4E5-57280DF8A28C}" dt="2025-11-12T22:54:07.328" v="71" actId="20577"/>
          <ac:spMkLst>
            <pc:docMk/>
            <pc:sldMk cId="3633689163" sldId="287"/>
            <ac:spMk id="6" creationId="{18A37A54-E755-0F00-5038-E84BED64B1BE}"/>
          </ac:spMkLst>
        </pc:spChg>
      </pc:sldChg>
      <pc:sldChg chg="addSp modSp">
        <pc:chgData name="Donley, Greyson" userId="S::donley.165@buckeyemail.osu.edu::1ec557f0-0d5a-4e69-a775-f9e475a2c2e3" providerId="AD" clId="Web-{3EE26489-96CE-914D-A4E5-57280DF8A28C}" dt="2025-11-12T23:50:33.801" v="189" actId="1076"/>
        <pc:sldMkLst>
          <pc:docMk/>
          <pc:sldMk cId="3709356943" sldId="288"/>
        </pc:sldMkLst>
        <pc:spChg chg="add mod">
          <ac:chgData name="Donley, Greyson" userId="S::donley.165@buckeyemail.osu.edu::1ec557f0-0d5a-4e69-a775-f9e475a2c2e3" providerId="AD" clId="Web-{3EE26489-96CE-914D-A4E5-57280DF8A28C}" dt="2025-11-12T22:51:51.876" v="58" actId="1076"/>
          <ac:spMkLst>
            <pc:docMk/>
            <pc:sldMk cId="3709356943" sldId="288"/>
            <ac:spMk id="3" creationId="{12E1C241-8E20-EB16-0F08-756DB751506E}"/>
          </ac:spMkLst>
        </pc:spChg>
        <pc:spChg chg="mod">
          <ac:chgData name="Donley, Greyson" userId="S::donley.165@buckeyemail.osu.edu::1ec557f0-0d5a-4e69-a775-f9e475a2c2e3" providerId="AD" clId="Web-{3EE26489-96CE-914D-A4E5-57280DF8A28C}" dt="2025-11-12T23:50:33.801" v="189" actId="1076"/>
          <ac:spMkLst>
            <pc:docMk/>
            <pc:sldMk cId="3709356943" sldId="288"/>
            <ac:spMk id="4" creationId="{E76AE3E1-A799-1CB7-EF3B-D7EA86B2B796}"/>
          </ac:spMkLst>
        </pc:spChg>
        <pc:picChg chg="mod">
          <ac:chgData name="Donley, Greyson" userId="S::donley.165@buckeyemail.osu.edu::1ec557f0-0d5a-4e69-a775-f9e475a2c2e3" providerId="AD" clId="Web-{3EE26489-96CE-914D-A4E5-57280DF8A28C}" dt="2025-11-12T22:32:55.881" v="12" actId="1076"/>
          <ac:picMkLst>
            <pc:docMk/>
            <pc:sldMk cId="3709356943" sldId="288"/>
            <ac:picMk id="6" creationId="{CD07C2D7-E29F-BBD1-656F-4F0988A3E8F8}"/>
          </ac:picMkLst>
        </pc:picChg>
      </pc:sldChg>
      <pc:sldChg chg="addSp modSp">
        <pc:chgData name="Donley, Greyson" userId="S::donley.165@buckeyemail.osu.edu::1ec557f0-0d5a-4e69-a775-f9e475a2c2e3" providerId="AD" clId="Web-{3EE26489-96CE-914D-A4E5-57280DF8A28C}" dt="2025-11-12T23:53:54.702" v="212" actId="20577"/>
        <pc:sldMkLst>
          <pc:docMk/>
          <pc:sldMk cId="3984518716" sldId="289"/>
        </pc:sldMkLst>
        <pc:spChg chg="add mod">
          <ac:chgData name="Donley, Greyson" userId="S::donley.165@buckeyemail.osu.edu::1ec557f0-0d5a-4e69-a775-f9e475a2c2e3" providerId="AD" clId="Web-{3EE26489-96CE-914D-A4E5-57280DF8A28C}" dt="2025-11-12T23:53:49.639" v="210" actId="1076"/>
          <ac:spMkLst>
            <pc:docMk/>
            <pc:sldMk cId="3984518716" sldId="289"/>
            <ac:spMk id="2" creationId="{2C65A733-F8DE-5E11-2BAC-156D00177CD8}"/>
          </ac:spMkLst>
        </pc:spChg>
        <pc:spChg chg="add mod">
          <ac:chgData name="Donley, Greyson" userId="S::donley.165@buckeyemail.osu.edu::1ec557f0-0d5a-4e69-a775-f9e475a2c2e3" providerId="AD" clId="Web-{3EE26489-96CE-914D-A4E5-57280DF8A28C}" dt="2025-11-12T23:51:17.976" v="197" actId="20577"/>
          <ac:spMkLst>
            <pc:docMk/>
            <pc:sldMk cId="3984518716" sldId="289"/>
            <ac:spMk id="3" creationId="{F7D940A8-06B8-2A26-6CE6-67AB278C9D61}"/>
          </ac:spMkLst>
        </pc:spChg>
        <pc:spChg chg="add mod">
          <ac:chgData name="Donley, Greyson" userId="S::donley.165@buckeyemail.osu.edu::1ec557f0-0d5a-4e69-a775-f9e475a2c2e3" providerId="AD" clId="Web-{3EE26489-96CE-914D-A4E5-57280DF8A28C}" dt="2025-11-12T23:53:54.702" v="212" actId="20577"/>
          <ac:spMkLst>
            <pc:docMk/>
            <pc:sldMk cId="3984518716" sldId="289"/>
            <ac:spMk id="8" creationId="{5AD72290-3BA2-6466-A3AD-0A227792AFC0}"/>
          </ac:spMkLst>
        </pc:spChg>
      </pc:sldChg>
    </pc:docChg>
  </pc:docChgLst>
  <pc:docChgLst>
    <pc:chgData name="Sayeed, Fatima" userId="S::sayeed.5@buckeyemail.osu.edu::816f673c-5bc2-401f-8ec9-18c545977b8f" providerId="AD" clId="Web-{238E9F8E-42A4-DAEB-9128-0A7600487B9A}"/>
    <pc:docChg chg="addSld delSld modSld sldOrd">
      <pc:chgData name="Sayeed, Fatima" userId="S::sayeed.5@buckeyemail.osu.edu::816f673c-5bc2-401f-8ec9-18c545977b8f" providerId="AD" clId="Web-{238E9F8E-42A4-DAEB-9128-0A7600487B9A}" dt="2025-11-12T19:35:45.643" v="231" actId="1076"/>
      <pc:docMkLst>
        <pc:docMk/>
      </pc:docMkLst>
      <pc:sldChg chg="modSp">
        <pc:chgData name="Sayeed, Fatima" userId="S::sayeed.5@buckeyemail.osu.edu::816f673c-5bc2-401f-8ec9-18c545977b8f" providerId="AD" clId="Web-{238E9F8E-42A4-DAEB-9128-0A7600487B9A}" dt="2025-11-12T19:17:25.208" v="117"/>
        <pc:sldMkLst>
          <pc:docMk/>
          <pc:sldMk cId="2854175636" sldId="270"/>
        </pc:sldMkLst>
        <pc:graphicFrameChg chg="mod modGraphic">
          <ac:chgData name="Sayeed, Fatima" userId="S::sayeed.5@buckeyemail.osu.edu::816f673c-5bc2-401f-8ec9-18c545977b8f" providerId="AD" clId="Web-{238E9F8E-42A4-DAEB-9128-0A7600487B9A}" dt="2025-11-12T19:17:25.208" v="117"/>
          <ac:graphicFrameMkLst>
            <pc:docMk/>
            <pc:sldMk cId="2854175636" sldId="270"/>
            <ac:graphicFrameMk id="7" creationId="{30555DFE-10FF-EB78-4566-3084B061BC9E}"/>
          </ac:graphicFrameMkLst>
        </pc:graphicFrameChg>
      </pc:sldChg>
      <pc:sldChg chg="modSp">
        <pc:chgData name="Sayeed, Fatima" userId="S::sayeed.5@buckeyemail.osu.edu::816f673c-5bc2-401f-8ec9-18c545977b8f" providerId="AD" clId="Web-{238E9F8E-42A4-DAEB-9128-0A7600487B9A}" dt="2025-11-12T19:30:24.738" v="218"/>
        <pc:sldMkLst>
          <pc:docMk/>
          <pc:sldMk cId="2476556484" sldId="276"/>
        </pc:sldMkLst>
        <pc:graphicFrameChg chg="mod modGraphic">
          <ac:chgData name="Sayeed, Fatima" userId="S::sayeed.5@buckeyemail.osu.edu::816f673c-5bc2-401f-8ec9-18c545977b8f" providerId="AD" clId="Web-{238E9F8E-42A4-DAEB-9128-0A7600487B9A}" dt="2025-11-12T19:30:24.738" v="218"/>
          <ac:graphicFrameMkLst>
            <pc:docMk/>
            <pc:sldMk cId="2476556484" sldId="276"/>
            <ac:graphicFrameMk id="6" creationId="{08DC69AA-EEC1-73BC-6769-E8C7CDAECE1C}"/>
          </ac:graphicFrameMkLst>
        </pc:graphicFrameChg>
      </pc:sldChg>
      <pc:sldChg chg="modSp">
        <pc:chgData name="Sayeed, Fatima" userId="S::sayeed.5@buckeyemail.osu.edu::816f673c-5bc2-401f-8ec9-18c545977b8f" providerId="AD" clId="Web-{238E9F8E-42A4-DAEB-9128-0A7600487B9A}" dt="2025-11-12T19:12:37.428" v="62" actId="20577"/>
        <pc:sldMkLst>
          <pc:docMk/>
          <pc:sldMk cId="2616472302" sldId="277"/>
        </pc:sldMkLst>
        <pc:spChg chg="mod">
          <ac:chgData name="Sayeed, Fatima" userId="S::sayeed.5@buckeyemail.osu.edu::816f673c-5bc2-401f-8ec9-18c545977b8f" providerId="AD" clId="Web-{238E9F8E-42A4-DAEB-9128-0A7600487B9A}" dt="2025-11-12T19:12:37.428" v="62" actId="20577"/>
          <ac:spMkLst>
            <pc:docMk/>
            <pc:sldMk cId="2616472302" sldId="277"/>
            <ac:spMk id="3" creationId="{926903F5-F328-55C5-48F1-C391E2BA1210}"/>
          </ac:spMkLst>
        </pc:spChg>
      </pc:sldChg>
      <pc:sldChg chg="modSp">
        <pc:chgData name="Sayeed, Fatima" userId="S::sayeed.5@buckeyemail.osu.edu::816f673c-5bc2-401f-8ec9-18c545977b8f" providerId="AD" clId="Web-{238E9F8E-42A4-DAEB-9128-0A7600487B9A}" dt="2025-11-12T19:05:27.131" v="39" actId="14100"/>
        <pc:sldMkLst>
          <pc:docMk/>
          <pc:sldMk cId="1499293568" sldId="283"/>
        </pc:sldMkLst>
        <pc:spChg chg="mod">
          <ac:chgData name="Sayeed, Fatima" userId="S::sayeed.5@buckeyemail.osu.edu::816f673c-5bc2-401f-8ec9-18c545977b8f" providerId="AD" clId="Web-{238E9F8E-42A4-DAEB-9128-0A7600487B9A}" dt="2025-11-12T19:05:27.131" v="39" actId="14100"/>
          <ac:spMkLst>
            <pc:docMk/>
            <pc:sldMk cId="1499293568" sldId="283"/>
            <ac:spMk id="2" creationId="{D1BD9C70-9C02-6BA6-F21E-6872057600CA}"/>
          </ac:spMkLst>
        </pc:spChg>
      </pc:sldChg>
      <pc:sldChg chg="addSp delSp modSp">
        <pc:chgData name="Sayeed, Fatima" userId="S::sayeed.5@buckeyemail.osu.edu::816f673c-5bc2-401f-8ec9-18c545977b8f" providerId="AD" clId="Web-{238E9F8E-42A4-DAEB-9128-0A7600487B9A}" dt="2025-11-12T19:35:45.643" v="231" actId="1076"/>
        <pc:sldMkLst>
          <pc:docMk/>
          <pc:sldMk cId="2632970568" sldId="284"/>
        </pc:sldMkLst>
        <pc:spChg chg="mod">
          <ac:chgData name="Sayeed, Fatima" userId="S::sayeed.5@buckeyemail.osu.edu::816f673c-5bc2-401f-8ec9-18c545977b8f" providerId="AD" clId="Web-{238E9F8E-42A4-DAEB-9128-0A7600487B9A}" dt="2025-11-12T19:19:13.942" v="214" actId="20577"/>
          <ac:spMkLst>
            <pc:docMk/>
            <pc:sldMk cId="2632970568" sldId="284"/>
            <ac:spMk id="4" creationId="{0F922712-3E21-7721-0F70-7C5A7CD1BF2A}"/>
          </ac:spMkLst>
        </pc:spChg>
        <pc:picChg chg="add mod">
          <ac:chgData name="Sayeed, Fatima" userId="S::sayeed.5@buckeyemail.osu.edu::816f673c-5bc2-401f-8ec9-18c545977b8f" providerId="AD" clId="Web-{238E9F8E-42A4-DAEB-9128-0A7600487B9A}" dt="2025-11-12T19:35:45.643" v="231" actId="1076"/>
          <ac:picMkLst>
            <pc:docMk/>
            <pc:sldMk cId="2632970568" sldId="284"/>
            <ac:picMk id="6" creationId="{06795F78-4B7E-BD00-F652-833C0EF05F47}"/>
          </ac:picMkLst>
        </pc:picChg>
      </pc:sldChg>
      <pc:sldChg chg="addSp delSp modSp add ord replId">
        <pc:chgData name="Sayeed, Fatima" userId="S::sayeed.5@buckeyemail.osu.edu::816f673c-5bc2-401f-8ec9-18c545977b8f" providerId="AD" clId="Web-{238E9F8E-42A4-DAEB-9128-0A7600487B9A}" dt="2025-11-12T19:04:40.772" v="35" actId="1076"/>
        <pc:sldMkLst>
          <pc:docMk/>
          <pc:sldMk cId="3633689163" sldId="287"/>
        </pc:sldMkLst>
        <pc:spChg chg="mod">
          <ac:chgData name="Sayeed, Fatima" userId="S::sayeed.5@buckeyemail.osu.edu::816f673c-5bc2-401f-8ec9-18c545977b8f" providerId="AD" clId="Web-{238E9F8E-42A4-DAEB-9128-0A7600487B9A}" dt="2025-11-12T19:04:40.772" v="35" actId="1076"/>
          <ac:spMkLst>
            <pc:docMk/>
            <pc:sldMk cId="3633689163" sldId="287"/>
            <ac:spMk id="4" creationId="{84507073-A825-D793-D0D9-924D62D3D4D1}"/>
          </ac:spMkLst>
        </pc:spChg>
        <pc:picChg chg="mod modCrop">
          <ac:chgData name="Sayeed, Fatima" userId="S::sayeed.5@buckeyemail.osu.edu::816f673c-5bc2-401f-8ec9-18c545977b8f" providerId="AD" clId="Web-{238E9F8E-42A4-DAEB-9128-0A7600487B9A}" dt="2025-11-12T19:04:35.241" v="34" actId="1076"/>
          <ac:picMkLst>
            <pc:docMk/>
            <pc:sldMk cId="3633689163" sldId="287"/>
            <ac:picMk id="5" creationId="{D3DACA33-BF56-1A4C-AEE8-D9EADED8470E}"/>
          </ac:picMkLst>
        </pc:picChg>
      </pc:sldChg>
    </pc:docChg>
  </pc:docChgLst>
  <pc:docChgLst>
    <pc:chgData name="Sayeed, Fatima" userId="S::sayeed.5@buckeyemail.osu.edu::816f673c-5bc2-401f-8ec9-18c545977b8f" providerId="AD" clId="Web-{AA1FE72B-EEAE-9890-64BB-183AC2B25A7E}"/>
    <pc:docChg chg="modSld">
      <pc:chgData name="Sayeed, Fatima" userId="S::sayeed.5@buckeyemail.osu.edu::816f673c-5bc2-401f-8ec9-18c545977b8f" providerId="AD" clId="Web-{AA1FE72B-EEAE-9890-64BB-183AC2B25A7E}" dt="2025-11-11T19:31:49.577" v="131" actId="1076"/>
      <pc:docMkLst>
        <pc:docMk/>
      </pc:docMkLst>
      <pc:sldChg chg="modSp">
        <pc:chgData name="Sayeed, Fatima" userId="S::sayeed.5@buckeyemail.osu.edu::816f673c-5bc2-401f-8ec9-18c545977b8f" providerId="AD" clId="Web-{AA1FE72B-EEAE-9890-64BB-183AC2B25A7E}" dt="2025-11-11T19:31:49.577" v="131" actId="1076"/>
        <pc:sldMkLst>
          <pc:docMk/>
          <pc:sldMk cId="3017603397" sldId="275"/>
        </pc:sldMkLst>
        <pc:spChg chg="mod">
          <ac:chgData name="Sayeed, Fatima" userId="S::sayeed.5@buckeyemail.osu.edu::816f673c-5bc2-401f-8ec9-18c545977b8f" providerId="AD" clId="Web-{AA1FE72B-EEAE-9890-64BB-183AC2B25A7E}" dt="2025-11-11T19:31:49.577" v="131" actId="1076"/>
          <ac:spMkLst>
            <pc:docMk/>
            <pc:sldMk cId="3017603397" sldId="275"/>
            <ac:spMk id="3" creationId="{8FFF680D-0E40-8F71-999C-437FC2442702}"/>
          </ac:spMkLst>
        </pc:spChg>
      </pc:sldChg>
      <pc:sldChg chg="modSp">
        <pc:chgData name="Sayeed, Fatima" userId="S::sayeed.5@buckeyemail.osu.edu::816f673c-5bc2-401f-8ec9-18c545977b8f" providerId="AD" clId="Web-{AA1FE72B-EEAE-9890-64BB-183AC2B25A7E}" dt="2025-11-11T19:31:17.981" v="129" actId="20577"/>
        <pc:sldMkLst>
          <pc:docMk/>
          <pc:sldMk cId="1499293568" sldId="283"/>
        </pc:sldMkLst>
        <pc:spChg chg="mod">
          <ac:chgData name="Sayeed, Fatima" userId="S::sayeed.5@buckeyemail.osu.edu::816f673c-5bc2-401f-8ec9-18c545977b8f" providerId="AD" clId="Web-{AA1FE72B-EEAE-9890-64BB-183AC2B25A7E}" dt="2025-11-11T19:31:17.981" v="129" actId="20577"/>
          <ac:spMkLst>
            <pc:docMk/>
            <pc:sldMk cId="1499293568" sldId="283"/>
            <ac:spMk id="2" creationId="{D1BD9C70-9C02-6BA6-F21E-6872057600CA}"/>
          </ac:spMkLst>
        </pc:spChg>
        <pc:spChg chg="mod">
          <ac:chgData name="Sayeed, Fatima" userId="S::sayeed.5@buckeyemail.osu.edu::816f673c-5bc2-401f-8ec9-18c545977b8f" providerId="AD" clId="Web-{AA1FE72B-EEAE-9890-64BB-183AC2B25A7E}" dt="2025-11-11T19:24:01.792" v="75" actId="1076"/>
          <ac:spMkLst>
            <pc:docMk/>
            <pc:sldMk cId="1499293568" sldId="283"/>
            <ac:spMk id="5" creationId="{81CD176C-363B-B2E4-4E49-79A29F930717}"/>
          </ac:spMkLst>
        </pc:spChg>
      </pc:sldChg>
    </pc:docChg>
  </pc:docChgLst>
  <pc:docChgLst>
    <pc:chgData name="Sayeed, Fatima" userId="S::sayeed.5@buckeyemail.osu.edu::816f673c-5bc2-401f-8ec9-18c545977b8f" providerId="AD" clId="Web-{72C3CDE7-DAC8-3FF8-517A-806A1A890352}"/>
    <pc:docChg chg="modSld">
      <pc:chgData name="Sayeed, Fatima" userId="S::sayeed.5@buckeyemail.osu.edu::816f673c-5bc2-401f-8ec9-18c545977b8f" providerId="AD" clId="Web-{72C3CDE7-DAC8-3FF8-517A-806A1A890352}" dt="2025-11-12T00:41:21.149" v="2" actId="1076"/>
      <pc:docMkLst>
        <pc:docMk/>
      </pc:docMkLst>
      <pc:sldChg chg="modSp">
        <pc:chgData name="Sayeed, Fatima" userId="S::sayeed.5@buckeyemail.osu.edu::816f673c-5bc2-401f-8ec9-18c545977b8f" providerId="AD" clId="Web-{72C3CDE7-DAC8-3FF8-517A-806A1A890352}" dt="2025-11-12T00:41:21.149" v="2" actId="1076"/>
        <pc:sldMkLst>
          <pc:docMk/>
          <pc:sldMk cId="2374092473" sldId="269"/>
        </pc:sldMkLst>
      </pc:sldChg>
    </pc:docChg>
  </pc:docChgLst>
  <pc:docChgLst>
    <pc:chgData name="Sayeed, Fatima" userId="S::sayeed.5@buckeyemail.osu.edu::816f673c-5bc2-401f-8ec9-18c545977b8f" providerId="AD" clId="Web-{3718B173-A897-E975-EE3D-35C3F530B727}"/>
    <pc:docChg chg="addSld delSld modSld">
      <pc:chgData name="Sayeed, Fatima" userId="S::sayeed.5@buckeyemail.osu.edu::816f673c-5bc2-401f-8ec9-18c545977b8f" providerId="AD" clId="Web-{3718B173-A897-E975-EE3D-35C3F530B727}" dt="2025-11-12T02:05:42.639" v="625"/>
      <pc:docMkLst>
        <pc:docMk/>
      </pc:docMkLst>
      <pc:sldChg chg="modSp">
        <pc:chgData name="Sayeed, Fatima" userId="S::sayeed.5@buckeyemail.osu.edu::816f673c-5bc2-401f-8ec9-18c545977b8f" providerId="AD" clId="Web-{3718B173-A897-E975-EE3D-35C3F530B727}" dt="2025-11-12T01:06:53.512" v="265" actId="1076"/>
        <pc:sldMkLst>
          <pc:docMk/>
          <pc:sldMk cId="3839089488" sldId="264"/>
        </pc:sldMkLst>
        <pc:picChg chg="mod">
          <ac:chgData name="Sayeed, Fatima" userId="S::sayeed.5@buckeyemail.osu.edu::816f673c-5bc2-401f-8ec9-18c545977b8f" providerId="AD" clId="Web-{3718B173-A897-E975-EE3D-35C3F530B727}" dt="2025-11-12T01:06:53.512" v="265" actId="1076"/>
          <ac:picMkLst>
            <pc:docMk/>
            <pc:sldMk cId="3839089488" sldId="264"/>
            <ac:picMk id="7" creationId="{9FE28BE9-9D6E-AE7A-EC55-9F475F184366}"/>
          </ac:picMkLst>
        </pc:picChg>
      </pc:sldChg>
      <pc:sldChg chg="addSp delSp modSp mod modClrScheme chgLayout">
        <pc:chgData name="Sayeed, Fatima" userId="S::sayeed.5@buckeyemail.osu.edu::816f673c-5bc2-401f-8ec9-18c545977b8f" providerId="AD" clId="Web-{3718B173-A897-E975-EE3D-35C3F530B727}" dt="2025-11-12T01:34:14.062" v="531" actId="20577"/>
        <pc:sldMkLst>
          <pc:docMk/>
          <pc:sldMk cId="2374092473" sldId="269"/>
        </pc:sldMkLst>
        <pc:spChg chg="mod ord">
          <ac:chgData name="Sayeed, Fatima" userId="S::sayeed.5@buckeyemail.osu.edu::816f673c-5bc2-401f-8ec9-18c545977b8f" providerId="AD" clId="Web-{3718B173-A897-E975-EE3D-35C3F530B727}" dt="2025-11-12T01:34:14.062" v="531" actId="20577"/>
          <ac:spMkLst>
            <pc:docMk/>
            <pc:sldMk cId="2374092473" sldId="269"/>
            <ac:spMk id="2" creationId="{73CC6D71-01C0-08C8-5A84-C13A06929A99}"/>
          </ac:spMkLst>
        </pc:spChg>
        <pc:spChg chg="mod ord">
          <ac:chgData name="Sayeed, Fatima" userId="S::sayeed.5@buckeyemail.osu.edu::816f673c-5bc2-401f-8ec9-18c545977b8f" providerId="AD" clId="Web-{3718B173-A897-E975-EE3D-35C3F530B727}" dt="2025-11-12T01:21:14.668" v="452" actId="1076"/>
          <ac:spMkLst>
            <pc:docMk/>
            <pc:sldMk cId="2374092473" sldId="269"/>
            <ac:spMk id="11" creationId="{1D1ADAB0-C618-B3ED-656F-4B5D5562CB72}"/>
          </ac:spMkLst>
        </pc:spChg>
      </pc:sldChg>
      <pc:sldChg chg="modSp">
        <pc:chgData name="Sayeed, Fatima" userId="S::sayeed.5@buckeyemail.osu.edu::816f673c-5bc2-401f-8ec9-18c545977b8f" providerId="AD" clId="Web-{3718B173-A897-E975-EE3D-35C3F530B727}" dt="2025-11-12T01:03:02.552" v="254" actId="20577"/>
        <pc:sldMkLst>
          <pc:docMk/>
          <pc:sldMk cId="2854175636" sldId="270"/>
        </pc:sldMkLst>
        <pc:spChg chg="mod">
          <ac:chgData name="Sayeed, Fatima" userId="S::sayeed.5@buckeyemail.osu.edu::816f673c-5bc2-401f-8ec9-18c545977b8f" providerId="AD" clId="Web-{3718B173-A897-E975-EE3D-35C3F530B727}" dt="2025-11-12T01:02:54.255" v="248" actId="20577"/>
          <ac:spMkLst>
            <pc:docMk/>
            <pc:sldMk cId="2854175636" sldId="270"/>
            <ac:spMk id="5" creationId="{235B5E01-A4F6-2BB8-72BF-F69FF2079F0D}"/>
          </ac:spMkLst>
        </pc:spChg>
      </pc:sldChg>
      <pc:sldChg chg="modSp">
        <pc:chgData name="Sayeed, Fatima" userId="S::sayeed.5@buckeyemail.osu.edu::816f673c-5bc2-401f-8ec9-18c545977b8f" providerId="AD" clId="Web-{3718B173-A897-E975-EE3D-35C3F530B727}" dt="2025-11-12T01:40:08.165" v="538" actId="20577"/>
        <pc:sldMkLst>
          <pc:docMk/>
          <pc:sldMk cId="1499293568" sldId="283"/>
        </pc:sldMkLst>
        <pc:spChg chg="mod">
          <ac:chgData name="Sayeed, Fatima" userId="S::sayeed.5@buckeyemail.osu.edu::816f673c-5bc2-401f-8ec9-18c545977b8f" providerId="AD" clId="Web-{3718B173-A897-E975-EE3D-35C3F530B727}" dt="2025-11-12T01:40:08.165" v="538" actId="20577"/>
          <ac:spMkLst>
            <pc:docMk/>
            <pc:sldMk cId="1499293568" sldId="283"/>
            <ac:spMk id="2" creationId="{D1BD9C70-9C02-6BA6-F21E-6872057600CA}"/>
          </ac:spMkLst>
        </pc:spChg>
      </pc:sldChg>
      <pc:sldChg chg="addSp delSp modSp add replId">
        <pc:chgData name="Sayeed, Fatima" userId="S::sayeed.5@buckeyemail.osu.edu::816f673c-5bc2-401f-8ec9-18c545977b8f" providerId="AD" clId="Web-{3718B173-A897-E975-EE3D-35C3F530B727}" dt="2025-11-12T02:05:24.544" v="621"/>
        <pc:sldMkLst>
          <pc:docMk/>
          <pc:sldMk cId="2632970568" sldId="284"/>
        </pc:sldMkLst>
        <pc:spChg chg="mod">
          <ac:chgData name="Sayeed, Fatima" userId="S::sayeed.5@buckeyemail.osu.edu::816f673c-5bc2-401f-8ec9-18c545977b8f" providerId="AD" clId="Web-{3718B173-A897-E975-EE3D-35C3F530B727}" dt="2025-11-12T02:01:47.500" v="592" actId="1076"/>
          <ac:spMkLst>
            <pc:docMk/>
            <pc:sldMk cId="2632970568" sldId="284"/>
            <ac:spMk id="4" creationId="{0F922712-3E21-7721-0F70-7C5A7CD1BF2A}"/>
          </ac:spMkLst>
        </pc:spChg>
      </pc:sldChg>
    </pc:docChg>
  </pc:docChgLst>
  <pc:docChgLst>
    <pc:chgData name="Sayeed, Fatima" userId="S::sayeed.5@buckeyemail.osu.edu::816f673c-5bc2-401f-8ec9-18c545977b8f" providerId="AD" clId="Web-{DE9AF42F-4E59-89AD-AA7E-9BAF26D412FC}"/>
    <pc:docChg chg="sldOrd">
      <pc:chgData name="Sayeed, Fatima" userId="S::sayeed.5@buckeyemail.osu.edu::816f673c-5bc2-401f-8ec9-18c545977b8f" providerId="AD" clId="Web-{DE9AF42F-4E59-89AD-AA7E-9BAF26D412FC}" dt="2025-11-12T05:08:03.229" v="0"/>
      <pc:docMkLst>
        <pc:docMk/>
      </pc:docMkLst>
      <pc:sldChg chg="ord">
        <pc:chgData name="Sayeed, Fatima" userId="S::sayeed.5@buckeyemail.osu.edu::816f673c-5bc2-401f-8ec9-18c545977b8f" providerId="AD" clId="Web-{DE9AF42F-4E59-89AD-AA7E-9BAF26D412FC}" dt="2025-11-12T05:08:03.229" v="0"/>
        <pc:sldMkLst>
          <pc:docMk/>
          <pc:sldMk cId="2156655259" sldId="285"/>
        </pc:sldMkLst>
      </pc:sldChg>
    </pc:docChg>
  </pc:docChgLst>
  <pc:docChgLst>
    <pc:chgData name="Sayeed, Fatima" userId="S::sayeed.5@buckeyemail.osu.edu::816f673c-5bc2-401f-8ec9-18c545977b8f" providerId="AD" clId="Web-{54C0C75B-CCF7-8DEC-103A-2E23DEB49D15}"/>
    <pc:docChg chg="modSld">
      <pc:chgData name="Sayeed, Fatima" userId="S::sayeed.5@buckeyemail.osu.edu::816f673c-5bc2-401f-8ec9-18c545977b8f" providerId="AD" clId="Web-{54C0C75B-CCF7-8DEC-103A-2E23DEB49D15}" dt="2025-11-12T00:40:42.727" v="0" actId="14100"/>
      <pc:docMkLst>
        <pc:docMk/>
      </pc:docMkLst>
    </pc:docChg>
  </pc:docChgLst>
  <pc:docChgLst>
    <pc:chgData name="Brickner, Lucas G." userId="S::brickner.98@buckeyemail.osu.edu::3ae751a3-a6ba-4470-9921-c2a52404888a" providerId="AD" clId="Web-{AB48EEFD-DF1B-1CC1-5CBF-40045FE9ED27}"/>
    <pc:docChg chg="mod addSld modSld sldOrd">
      <pc:chgData name="Brickner, Lucas G." userId="S::brickner.98@buckeyemail.osu.edu::3ae751a3-a6ba-4470-9921-c2a52404888a" providerId="AD" clId="Web-{AB48EEFD-DF1B-1CC1-5CBF-40045FE9ED27}" dt="2025-11-12T23:53:37.364" v="106" actId="14100"/>
      <pc:docMkLst>
        <pc:docMk/>
      </pc:docMkLst>
      <pc:sldChg chg="addSp delSp modSp">
        <pc:chgData name="Brickner, Lucas G." userId="S::brickner.98@buckeyemail.osu.edu::3ae751a3-a6ba-4470-9921-c2a52404888a" providerId="AD" clId="Web-{AB48EEFD-DF1B-1CC1-5CBF-40045FE9ED27}" dt="2025-11-12T21:19:24.066" v="9" actId="1076"/>
        <pc:sldMkLst>
          <pc:docMk/>
          <pc:sldMk cId="3293156951" sldId="266"/>
        </pc:sldMkLst>
        <pc:picChg chg="add mod">
          <ac:chgData name="Brickner, Lucas G." userId="S::brickner.98@buckeyemail.osu.edu::3ae751a3-a6ba-4470-9921-c2a52404888a" providerId="AD" clId="Web-{AB48EEFD-DF1B-1CC1-5CBF-40045FE9ED27}" dt="2025-11-12T21:19:24.066" v="9" actId="1076"/>
          <ac:picMkLst>
            <pc:docMk/>
            <pc:sldMk cId="3293156951" sldId="266"/>
            <ac:picMk id="10" creationId="{C64DD2DF-29F5-D361-307E-12D7BD055714}"/>
          </ac:picMkLst>
        </pc:picChg>
      </pc:sldChg>
      <pc:sldChg chg="addSp delSp modSp">
        <pc:chgData name="Brickner, Lucas G." userId="S::brickner.98@buckeyemail.osu.edu::3ae751a3-a6ba-4470-9921-c2a52404888a" providerId="AD" clId="Web-{AB48EEFD-DF1B-1CC1-5CBF-40045FE9ED27}" dt="2025-11-12T21:47:18.962" v="24" actId="1076"/>
        <pc:sldMkLst>
          <pc:docMk/>
          <pc:sldMk cId="2156655259" sldId="285"/>
        </pc:sldMkLst>
        <pc:picChg chg="add mod">
          <ac:chgData name="Brickner, Lucas G." userId="S::brickner.98@buckeyemail.osu.edu::3ae751a3-a6ba-4470-9921-c2a52404888a" providerId="AD" clId="Web-{AB48EEFD-DF1B-1CC1-5CBF-40045FE9ED27}" dt="2025-11-12T21:47:18.962" v="24" actId="1076"/>
          <ac:picMkLst>
            <pc:docMk/>
            <pc:sldMk cId="2156655259" sldId="285"/>
            <ac:picMk id="6" creationId="{C83C6A7E-C37F-2A6F-2CB5-ACB9D8696536}"/>
          </ac:picMkLst>
        </pc:picChg>
      </pc:sldChg>
      <pc:sldChg chg="ord">
        <pc:chgData name="Brickner, Lucas G." userId="S::brickner.98@buckeyemail.osu.edu::3ae751a3-a6ba-4470-9921-c2a52404888a" providerId="AD" clId="Web-{AB48EEFD-DF1B-1CC1-5CBF-40045FE9ED27}" dt="2025-11-12T22:49:48.930" v="41"/>
        <pc:sldMkLst>
          <pc:docMk/>
          <pc:sldMk cId="3709356943" sldId="288"/>
        </pc:sldMkLst>
      </pc:sldChg>
      <pc:sldChg chg="addSp delSp modSp new ord">
        <pc:chgData name="Brickner, Lucas G." userId="S::brickner.98@buckeyemail.osu.edu::3ae751a3-a6ba-4470-9921-c2a52404888a" providerId="AD" clId="Web-{AB48EEFD-DF1B-1CC1-5CBF-40045FE9ED27}" dt="2025-11-12T23:53:37.364" v="106" actId="14100"/>
        <pc:sldMkLst>
          <pc:docMk/>
          <pc:sldMk cId="3984518716" sldId="289"/>
        </pc:sldMkLst>
        <pc:spChg chg="mod">
          <ac:chgData name="Brickner, Lucas G." userId="S::brickner.98@buckeyemail.osu.edu::3ae751a3-a6ba-4470-9921-c2a52404888a" providerId="AD" clId="Web-{AB48EEFD-DF1B-1CC1-5CBF-40045FE9ED27}" dt="2025-11-12T23:53:37.364" v="106" actId="14100"/>
          <ac:spMkLst>
            <pc:docMk/>
            <pc:sldMk cId="3984518716" sldId="289"/>
            <ac:spMk id="2" creationId="{2C65A733-F8DE-5E11-2BAC-156D00177CD8}"/>
          </ac:spMkLst>
        </pc:spChg>
        <pc:spChg chg="mod">
          <ac:chgData name="Brickner, Lucas G." userId="S::brickner.98@buckeyemail.osu.edu::3ae751a3-a6ba-4470-9921-c2a52404888a" providerId="AD" clId="Web-{AB48EEFD-DF1B-1CC1-5CBF-40045FE9ED27}" dt="2025-11-12T23:53:19.692" v="85" actId="20577"/>
          <ac:spMkLst>
            <pc:docMk/>
            <pc:sldMk cId="3984518716" sldId="289"/>
            <ac:spMk id="3" creationId="{F7D940A8-06B8-2A26-6CE6-67AB278C9D61}"/>
          </ac:spMkLst>
        </pc:spChg>
        <pc:spChg chg="mod">
          <ac:chgData name="Brickner, Lucas G." userId="S::brickner.98@buckeyemail.osu.edu::3ae751a3-a6ba-4470-9921-c2a52404888a" providerId="AD" clId="Web-{AB48EEFD-DF1B-1CC1-5CBF-40045FE9ED27}" dt="2025-11-12T23:52:41.065" v="67" actId="14100"/>
          <ac:spMkLst>
            <pc:docMk/>
            <pc:sldMk cId="3984518716" sldId="289"/>
            <ac:spMk id="8" creationId="{5AD72290-3BA2-6466-A3AD-0A227792AFC0}"/>
          </ac:spMkLst>
        </pc:spChg>
        <pc:picChg chg="add mod ord">
          <ac:chgData name="Brickner, Lucas G." userId="S::brickner.98@buckeyemail.osu.edu::3ae751a3-a6ba-4470-9921-c2a52404888a" providerId="AD" clId="Web-{AB48EEFD-DF1B-1CC1-5CBF-40045FE9ED27}" dt="2025-11-12T22:18:16.782" v="36" actId="14100"/>
          <ac:picMkLst>
            <pc:docMk/>
            <pc:sldMk cId="3984518716" sldId="289"/>
            <ac:picMk id="4" creationId="{6592440D-90CA-AE62-2EEC-6FF1F9B7D813}"/>
          </ac:picMkLst>
        </pc:picChg>
        <pc:picChg chg="add mod">
          <ac:chgData name="Brickner, Lucas G." userId="S::brickner.98@buckeyemail.osu.edu::3ae751a3-a6ba-4470-9921-c2a52404888a" providerId="AD" clId="Web-{AB48EEFD-DF1B-1CC1-5CBF-40045FE9ED27}" dt="2025-11-12T22:17:56.891" v="35" actId="14100"/>
          <ac:picMkLst>
            <pc:docMk/>
            <pc:sldMk cId="3984518716" sldId="289"/>
            <ac:picMk id="6" creationId="{060EDF78-BB27-A12B-666C-1298BE4E1C60}"/>
          </ac:picMkLst>
        </pc:picChg>
        <pc:picChg chg="add mod">
          <ac:chgData name="Brickner, Lucas G." userId="S::brickner.98@buckeyemail.osu.edu::3ae751a3-a6ba-4470-9921-c2a52404888a" providerId="AD" clId="Web-{AB48EEFD-DF1B-1CC1-5CBF-40045FE9ED27}" dt="2025-11-12T22:22:39.991" v="39" actId="1076"/>
          <ac:picMkLst>
            <pc:docMk/>
            <pc:sldMk cId="3984518716" sldId="289"/>
            <ac:picMk id="7" creationId="{B2CA29B2-04AA-F858-59EF-8C19F5B155C8}"/>
          </ac:picMkLst>
        </pc:picChg>
      </pc:sldChg>
    </pc:docChg>
  </pc:docChgLst>
  <pc:docChgLst>
    <pc:chgData name="Donley, Greyson" userId="S::donley.165@buckeyemail.osu.edu::1ec557f0-0d5a-4e69-a775-f9e475a2c2e3" providerId="AD" clId="Web-{67AC61DE-5C7B-1895-55C5-DF50B436517A}"/>
    <pc:docChg chg="addSld delSld modSld">
      <pc:chgData name="Donley, Greyson" userId="S::donley.165@buckeyemail.osu.edu::1ec557f0-0d5a-4e69-a775-f9e475a2c2e3" providerId="AD" clId="Web-{67AC61DE-5C7B-1895-55C5-DF50B436517A}" dt="2025-11-11T03:21:00.628" v="190" actId="20577"/>
      <pc:docMkLst>
        <pc:docMk/>
      </pc:docMkLst>
      <pc:sldChg chg="addSp modSp">
        <pc:chgData name="Donley, Greyson" userId="S::donley.165@buckeyemail.osu.edu::1ec557f0-0d5a-4e69-a775-f9e475a2c2e3" providerId="AD" clId="Web-{67AC61DE-5C7B-1895-55C5-DF50B436517A}" dt="2025-11-11T03:21:00.628" v="190" actId="20577"/>
        <pc:sldMkLst>
          <pc:docMk/>
          <pc:sldMk cId="2476556484" sldId="276"/>
        </pc:sldMkLst>
        <pc:spChg chg="mod">
          <ac:chgData name="Donley, Greyson" userId="S::donley.165@buckeyemail.osu.edu::1ec557f0-0d5a-4e69-a775-f9e475a2c2e3" providerId="AD" clId="Web-{67AC61DE-5C7B-1895-55C5-DF50B436517A}" dt="2025-11-11T02:28:14.679" v="4" actId="20577"/>
          <ac:spMkLst>
            <pc:docMk/>
            <pc:sldMk cId="2476556484" sldId="276"/>
            <ac:spMk id="4" creationId="{F9198806-54C5-3A04-1560-406BE4FF3918}"/>
          </ac:spMkLst>
        </pc:spChg>
      </pc:sldChg>
      <pc:sldChg chg="modSp add replId">
        <pc:chgData name="Donley, Greyson" userId="S::donley.165@buckeyemail.osu.edu::1ec557f0-0d5a-4e69-a775-f9e475a2c2e3" providerId="AD" clId="Web-{67AC61DE-5C7B-1895-55C5-DF50B436517A}" dt="2025-11-11T02:29:18.836" v="105" actId="20577"/>
        <pc:sldMkLst>
          <pc:docMk/>
          <pc:sldMk cId="2616472302" sldId="277"/>
        </pc:sldMkLst>
        <pc:spChg chg="mod">
          <ac:chgData name="Donley, Greyson" userId="S::donley.165@buckeyemail.osu.edu::1ec557f0-0d5a-4e69-a775-f9e475a2c2e3" providerId="AD" clId="Web-{67AC61DE-5C7B-1895-55C5-DF50B436517A}" dt="2025-11-11T02:29:18.836" v="105" actId="20577"/>
          <ac:spMkLst>
            <pc:docMk/>
            <pc:sldMk cId="2616472302" sldId="277"/>
            <ac:spMk id="3" creationId="{926903F5-F328-55C5-48F1-C391E2BA1210}"/>
          </ac:spMkLst>
        </pc:spChg>
        <pc:spChg chg="mod">
          <ac:chgData name="Donley, Greyson" userId="S::donley.165@buckeyemail.osu.edu::1ec557f0-0d5a-4e69-a775-f9e475a2c2e3" providerId="AD" clId="Web-{67AC61DE-5C7B-1895-55C5-DF50B436517A}" dt="2025-11-11T02:28:59.242" v="65" actId="20577"/>
          <ac:spMkLst>
            <pc:docMk/>
            <pc:sldMk cId="2616472302" sldId="277"/>
            <ac:spMk id="4" creationId="{614DE647-CF81-1AC1-5D17-2A396276E9D8}"/>
          </ac:spMkLst>
        </pc:spChg>
      </pc:sldChg>
      <pc:sldChg chg="modSp add replId">
        <pc:chgData name="Donley, Greyson" userId="S::donley.165@buckeyemail.osu.edu::1ec557f0-0d5a-4e69-a775-f9e475a2c2e3" providerId="AD" clId="Web-{67AC61DE-5C7B-1895-55C5-DF50B436517A}" dt="2025-11-11T02:29:58.633" v="153" actId="20577"/>
        <pc:sldMkLst>
          <pc:docMk/>
          <pc:sldMk cId="867700332" sldId="278"/>
        </pc:sldMkLst>
        <pc:spChg chg="mod">
          <ac:chgData name="Donley, Greyson" userId="S::donley.165@buckeyemail.osu.edu::1ec557f0-0d5a-4e69-a775-f9e475a2c2e3" providerId="AD" clId="Web-{67AC61DE-5C7B-1895-55C5-DF50B436517A}" dt="2025-11-11T02:29:29.445" v="113" actId="20577"/>
          <ac:spMkLst>
            <pc:docMk/>
            <pc:sldMk cId="867700332" sldId="278"/>
            <ac:spMk id="4" creationId="{759EFD38-33B5-F7CA-069A-6966A847CE13}"/>
          </ac:spMkLst>
        </pc:spChg>
      </pc:sldChg>
    </pc:docChg>
  </pc:docChgLst>
  <pc:docChgLst>
    <pc:chgData name="Donley, Greyson" userId="S::donley.165@buckeyemail.osu.edu::1ec557f0-0d5a-4e69-a775-f9e475a2c2e3" providerId="AD" clId="Web-{B4B0D8BF-3351-6630-9102-D4A353095BF6}"/>
    <pc:docChg chg="addSld delSld modSld sldOrd">
      <pc:chgData name="Donley, Greyson" userId="S::donley.165@buckeyemail.osu.edu::1ec557f0-0d5a-4e69-a775-f9e475a2c2e3" providerId="AD" clId="Web-{B4B0D8BF-3351-6630-9102-D4A353095BF6}" dt="2025-11-11T02:25:35.267" v="499" actId="20577"/>
      <pc:docMkLst>
        <pc:docMk/>
      </pc:docMkLst>
      <pc:sldChg chg="modSp">
        <pc:chgData name="Donley, Greyson" userId="S::donley.165@buckeyemail.osu.edu::1ec557f0-0d5a-4e69-a775-f9e475a2c2e3" providerId="AD" clId="Web-{B4B0D8BF-3351-6630-9102-D4A353095BF6}" dt="2025-11-11T02:12:02.163" v="3" actId="20577"/>
        <pc:sldMkLst>
          <pc:docMk/>
          <pc:sldMk cId="2284477403" sldId="256"/>
        </pc:sldMkLst>
        <pc:spChg chg="mod">
          <ac:chgData name="Donley, Greyson" userId="S::donley.165@buckeyemail.osu.edu::1ec557f0-0d5a-4e69-a775-f9e475a2c2e3" providerId="AD" clId="Web-{B4B0D8BF-3351-6630-9102-D4A353095BF6}" dt="2025-11-11T02:12:02.163" v="3" actId="20577"/>
          <ac:spMkLst>
            <pc:docMk/>
            <pc:sldMk cId="2284477403" sldId="256"/>
            <ac:spMk id="16" creationId="{00000000-0000-0000-0000-000000000000}"/>
          </ac:spMkLst>
        </pc:spChg>
      </pc:sldChg>
      <pc:sldChg chg="addSp modSp ord">
        <pc:chgData name="Donley, Greyson" userId="S::donley.165@buckeyemail.osu.edu::1ec557f0-0d5a-4e69-a775-f9e475a2c2e3" providerId="AD" clId="Web-{B4B0D8BF-3351-6630-9102-D4A353095BF6}" dt="2025-11-11T02:18:47.923" v="256" actId="20577"/>
        <pc:sldMkLst>
          <pc:docMk/>
          <pc:sldMk cId="3839089488" sldId="264"/>
        </pc:sldMkLst>
      </pc:sldChg>
      <pc:sldChg chg="modSp">
        <pc:chgData name="Donley, Greyson" userId="S::donley.165@buckeyemail.osu.edu::1ec557f0-0d5a-4e69-a775-f9e475a2c2e3" providerId="AD" clId="Web-{B4B0D8BF-3351-6630-9102-D4A353095BF6}" dt="2025-11-11T02:24:40.872" v="472" actId="20577"/>
        <pc:sldMkLst>
          <pc:docMk/>
          <pc:sldMk cId="3293156951" sldId="266"/>
        </pc:sldMkLst>
        <pc:spChg chg="mod">
          <ac:chgData name="Donley, Greyson" userId="S::donley.165@buckeyemail.osu.edu::1ec557f0-0d5a-4e69-a775-f9e475a2c2e3" providerId="AD" clId="Web-{B4B0D8BF-3351-6630-9102-D4A353095BF6}" dt="2025-11-11T02:24:40.872" v="472" actId="20577"/>
          <ac:spMkLst>
            <pc:docMk/>
            <pc:sldMk cId="3293156951" sldId="266"/>
            <ac:spMk id="2" creationId="{9B2E4A7E-3329-9B95-59F6-DAA7BCDAD85F}"/>
          </ac:spMkLst>
        </pc:spChg>
      </pc:sldChg>
      <pc:sldChg chg="addSp modSp ord">
        <pc:chgData name="Donley, Greyson" userId="S::donley.165@buckeyemail.osu.edu::1ec557f0-0d5a-4e69-a775-f9e475a2c2e3" providerId="AD" clId="Web-{B4B0D8BF-3351-6630-9102-D4A353095BF6}" dt="2025-11-11T02:21:34.941" v="313" actId="1076"/>
        <pc:sldMkLst>
          <pc:docMk/>
          <pc:sldMk cId="2854175636" sldId="270"/>
        </pc:sldMkLst>
        <pc:graphicFrameChg chg="mod">
          <ac:chgData name="Donley, Greyson" userId="S::donley.165@buckeyemail.osu.edu::1ec557f0-0d5a-4e69-a775-f9e475a2c2e3" providerId="AD" clId="Web-{B4B0D8BF-3351-6630-9102-D4A353095BF6}" dt="2025-11-11T02:21:34.941" v="313" actId="1076"/>
          <ac:graphicFrameMkLst>
            <pc:docMk/>
            <pc:sldMk cId="2854175636" sldId="270"/>
            <ac:graphicFrameMk id="7" creationId="{30555DFE-10FF-EB78-4566-3084B061BC9E}"/>
          </ac:graphicFrameMkLst>
        </pc:graphicFrameChg>
      </pc:sldChg>
    </pc:docChg>
  </pc:docChgLst>
  <pc:docChgLst>
    <pc:chgData name="Sayeed, Fatima" userId="S::sayeed.5@buckeyemail.osu.edu::816f673c-5bc2-401f-8ec9-18c545977b8f" providerId="AD" clId="Web-{21E0C5B1-D802-778D-20AA-2081B6730E3E}"/>
    <pc:docChg chg="mod addSld delSld modSld sldOrd">
      <pc:chgData name="Sayeed, Fatima" userId="S::sayeed.5@buckeyemail.osu.edu::816f673c-5bc2-401f-8ec9-18c545977b8f" providerId="AD" clId="Web-{21E0C5B1-D802-778D-20AA-2081B6730E3E}" dt="2025-11-13T00:24:28.269" v="680" actId="1076"/>
      <pc:docMkLst>
        <pc:docMk/>
      </pc:docMkLst>
      <pc:sldChg chg="addSp delSp modSp">
        <pc:chgData name="Sayeed, Fatima" userId="S::sayeed.5@buckeyemail.osu.edu::816f673c-5bc2-401f-8ec9-18c545977b8f" providerId="AD" clId="Web-{21E0C5B1-D802-778D-20AA-2081B6730E3E}" dt="2025-11-12T22:55:42.103" v="624" actId="1076"/>
        <pc:sldMkLst>
          <pc:docMk/>
          <pc:sldMk cId="2616472302" sldId="277"/>
        </pc:sldMkLst>
        <pc:spChg chg="mod">
          <ac:chgData name="Sayeed, Fatima" userId="S::sayeed.5@buckeyemail.osu.edu::816f673c-5bc2-401f-8ec9-18c545977b8f" providerId="AD" clId="Web-{21E0C5B1-D802-778D-20AA-2081B6730E3E}" dt="2025-11-12T22:55:38.338" v="623" actId="1076"/>
          <ac:spMkLst>
            <pc:docMk/>
            <pc:sldMk cId="2616472302" sldId="277"/>
            <ac:spMk id="3" creationId="{926903F5-F328-55C5-48F1-C391E2BA1210}"/>
          </ac:spMkLst>
        </pc:spChg>
        <pc:spChg chg="mod">
          <ac:chgData name="Sayeed, Fatima" userId="S::sayeed.5@buckeyemail.osu.edu::816f673c-5bc2-401f-8ec9-18c545977b8f" providerId="AD" clId="Web-{21E0C5B1-D802-778D-20AA-2081B6730E3E}" dt="2025-11-12T22:55:42.103" v="624" actId="1076"/>
          <ac:spMkLst>
            <pc:docMk/>
            <pc:sldMk cId="2616472302" sldId="277"/>
            <ac:spMk id="4" creationId="{614DE647-CF81-1AC1-5D17-2A396276E9D8}"/>
          </ac:spMkLst>
        </pc:spChg>
      </pc:sldChg>
      <pc:sldChg chg="modSp">
        <pc:chgData name="Sayeed, Fatima" userId="S::sayeed.5@buckeyemail.osu.edu::816f673c-5bc2-401f-8ec9-18c545977b8f" providerId="AD" clId="Web-{21E0C5B1-D802-778D-20AA-2081B6730E3E}" dt="2025-11-12T21:35:05.936" v="59"/>
        <pc:sldMkLst>
          <pc:docMk/>
          <pc:sldMk cId="867700332" sldId="278"/>
        </pc:sldMkLst>
      </pc:sldChg>
      <pc:sldChg chg="delSp modSp">
        <pc:chgData name="Sayeed, Fatima" userId="S::sayeed.5@buckeyemail.osu.edu::816f673c-5bc2-401f-8ec9-18c545977b8f" providerId="AD" clId="Web-{21E0C5B1-D802-778D-20AA-2081B6730E3E}" dt="2025-11-13T00:24:28.269" v="680" actId="1076"/>
        <pc:sldMkLst>
          <pc:docMk/>
          <pc:sldMk cId="1499293568" sldId="283"/>
        </pc:sldMkLst>
        <pc:spChg chg="mod">
          <ac:chgData name="Sayeed, Fatima" userId="S::sayeed.5@buckeyemail.osu.edu::816f673c-5bc2-401f-8ec9-18c545977b8f" providerId="AD" clId="Web-{21E0C5B1-D802-778D-20AA-2081B6730E3E}" dt="2025-11-13T00:24:23.535" v="679" actId="1076"/>
          <ac:spMkLst>
            <pc:docMk/>
            <pc:sldMk cId="1499293568" sldId="283"/>
            <ac:spMk id="2" creationId="{D1BD9C70-9C02-6BA6-F21E-6872057600CA}"/>
          </ac:spMkLst>
        </pc:spChg>
        <pc:spChg chg="mod">
          <ac:chgData name="Sayeed, Fatima" userId="S::sayeed.5@buckeyemail.osu.edu::816f673c-5bc2-401f-8ec9-18c545977b8f" providerId="AD" clId="Web-{21E0C5B1-D802-778D-20AA-2081B6730E3E}" dt="2025-11-13T00:24:28.269" v="680" actId="1076"/>
          <ac:spMkLst>
            <pc:docMk/>
            <pc:sldMk cId="1499293568" sldId="283"/>
            <ac:spMk id="5" creationId="{81CD176C-363B-B2E4-4E49-79A29F930717}"/>
          </ac:spMkLst>
        </pc:spChg>
      </pc:sldChg>
      <pc:sldChg chg="modSp">
        <pc:chgData name="Sayeed, Fatima" userId="S::sayeed.5@buckeyemail.osu.edu::816f673c-5bc2-401f-8ec9-18c545977b8f" providerId="AD" clId="Web-{21E0C5B1-D802-778D-20AA-2081B6730E3E}" dt="2025-11-12T21:40:07.067" v="72" actId="1076"/>
        <pc:sldMkLst>
          <pc:docMk/>
          <pc:sldMk cId="2156655259" sldId="285"/>
        </pc:sldMkLst>
        <pc:spChg chg="mod">
          <ac:chgData name="Sayeed, Fatima" userId="S::sayeed.5@buckeyemail.osu.edu::816f673c-5bc2-401f-8ec9-18c545977b8f" providerId="AD" clId="Web-{21E0C5B1-D802-778D-20AA-2081B6730E3E}" dt="2025-11-12T21:40:07.067" v="72" actId="1076"/>
          <ac:spMkLst>
            <pc:docMk/>
            <pc:sldMk cId="2156655259" sldId="285"/>
            <ac:spMk id="4" creationId="{0BA56B3C-6E3F-050E-8258-9D498FE1C22D}"/>
          </ac:spMkLst>
        </pc:spChg>
      </pc:sldChg>
      <pc:sldChg chg="modSp">
        <pc:chgData name="Sayeed, Fatima" userId="S::sayeed.5@buckeyemail.osu.edu::816f673c-5bc2-401f-8ec9-18c545977b8f" providerId="AD" clId="Web-{21E0C5B1-D802-778D-20AA-2081B6730E3E}" dt="2025-11-12T23:56:55.366" v="670" actId="14100"/>
        <pc:sldMkLst>
          <pc:docMk/>
          <pc:sldMk cId="364948183" sldId="286"/>
        </pc:sldMkLst>
        <pc:spChg chg="mod">
          <ac:chgData name="Sayeed, Fatima" userId="S::sayeed.5@buckeyemail.osu.edu::816f673c-5bc2-401f-8ec9-18c545977b8f" providerId="AD" clId="Web-{21E0C5B1-D802-778D-20AA-2081B6730E3E}" dt="2025-11-12T23:56:36.663" v="665" actId="14100"/>
          <ac:spMkLst>
            <pc:docMk/>
            <pc:sldMk cId="364948183" sldId="286"/>
            <ac:spMk id="3" creationId="{06AA14CA-3823-48FA-EC65-934C8B379BE3}"/>
          </ac:spMkLst>
        </pc:spChg>
        <pc:spChg chg="mod">
          <ac:chgData name="Sayeed, Fatima" userId="S::sayeed.5@buckeyemail.osu.edu::816f673c-5bc2-401f-8ec9-18c545977b8f" providerId="AD" clId="Web-{21E0C5B1-D802-778D-20AA-2081B6730E3E}" dt="2025-11-12T23:54:59.022" v="664" actId="20577"/>
          <ac:spMkLst>
            <pc:docMk/>
            <pc:sldMk cId="364948183" sldId="286"/>
            <ac:spMk id="4" creationId="{77FB72A3-67FC-19C7-4054-5EACEC46B3C0}"/>
          </ac:spMkLst>
        </pc:spChg>
        <pc:picChg chg="mod">
          <ac:chgData name="Sayeed, Fatima" userId="S::sayeed.5@buckeyemail.osu.edu::816f673c-5bc2-401f-8ec9-18c545977b8f" providerId="AD" clId="Web-{21E0C5B1-D802-778D-20AA-2081B6730E3E}" dt="2025-11-12T23:56:55.366" v="670" actId="14100"/>
          <ac:picMkLst>
            <pc:docMk/>
            <pc:sldMk cId="364948183" sldId="286"/>
            <ac:picMk id="7" creationId="{273E8A27-D2AB-02EB-970E-CBA657A06AA5}"/>
          </ac:picMkLst>
        </pc:picChg>
      </pc:sldChg>
      <pc:sldChg chg="addSp delSp modSp new ord">
        <pc:chgData name="Sayeed, Fatima" userId="S::sayeed.5@buckeyemail.osu.edu::816f673c-5bc2-401f-8ec9-18c545977b8f" providerId="AD" clId="Web-{21E0C5B1-D802-778D-20AA-2081B6730E3E}" dt="2025-11-12T23:23:53.257" v="631" actId="1076"/>
        <pc:sldMkLst>
          <pc:docMk/>
          <pc:sldMk cId="3709356943" sldId="288"/>
        </pc:sldMkLst>
        <pc:spChg chg="add mod">
          <ac:chgData name="Sayeed, Fatima" userId="S::sayeed.5@buckeyemail.osu.edu::816f673c-5bc2-401f-8ec9-18c545977b8f" providerId="AD" clId="Web-{21E0C5B1-D802-778D-20AA-2081B6730E3E}" dt="2025-11-12T23:23:53.257" v="631" actId="1076"/>
          <ac:spMkLst>
            <pc:docMk/>
            <pc:sldMk cId="3709356943" sldId="288"/>
            <ac:spMk id="4" creationId="{E76AE3E1-A799-1CB7-EF3B-D7EA86B2B796}"/>
          </ac:spMkLst>
        </pc:spChg>
        <pc:picChg chg="add mod modCrop">
          <ac:chgData name="Sayeed, Fatima" userId="S::sayeed.5@buckeyemail.osu.edu::816f673c-5bc2-401f-8ec9-18c545977b8f" providerId="AD" clId="Web-{21E0C5B1-D802-778D-20AA-2081B6730E3E}" dt="2025-11-12T22:37:53.532" v="597" actId="1076"/>
          <ac:picMkLst>
            <pc:docMk/>
            <pc:sldMk cId="3709356943" sldId="288"/>
            <ac:picMk id="6" creationId="{CD07C2D7-E29F-BBD1-656F-4F0988A3E8F8}"/>
          </ac:picMkLst>
        </pc:picChg>
        <pc:picChg chg="add mod modCrop">
          <ac:chgData name="Sayeed, Fatima" userId="S::sayeed.5@buckeyemail.osu.edu::816f673c-5bc2-401f-8ec9-18c545977b8f" providerId="AD" clId="Web-{21E0C5B1-D802-778D-20AA-2081B6730E3E}" dt="2025-11-12T22:34:10.719" v="587" actId="1076"/>
          <ac:picMkLst>
            <pc:docMk/>
            <pc:sldMk cId="3709356943" sldId="288"/>
            <ac:picMk id="8" creationId="{53A545CD-9521-A6E7-D515-DC2234524648}"/>
          </ac:picMkLst>
        </pc:picChg>
      </pc:sldChg>
      <pc:sldChg chg="addSp delSp modSp">
        <pc:chgData name="Sayeed, Fatima" userId="S::sayeed.5@buckeyemail.osu.edu::816f673c-5bc2-401f-8ec9-18c545977b8f" providerId="AD" clId="Web-{21E0C5B1-D802-778D-20AA-2081B6730E3E}" dt="2025-11-13T00:21:45.878" v="675" actId="1076"/>
        <pc:sldMkLst>
          <pc:docMk/>
          <pc:sldMk cId="3984518716" sldId="289"/>
        </pc:sldMkLst>
        <pc:spChg chg="mod">
          <ac:chgData name="Sayeed, Fatima" userId="S::sayeed.5@buckeyemail.osu.edu::816f673c-5bc2-401f-8ec9-18c545977b8f" providerId="AD" clId="Web-{21E0C5B1-D802-778D-20AA-2081B6730E3E}" dt="2025-11-13T00:21:45.878" v="675" actId="1076"/>
          <ac:spMkLst>
            <pc:docMk/>
            <pc:sldMk cId="3984518716" sldId="289"/>
            <ac:spMk id="3" creationId="{F7D940A8-06B8-2A26-6CE6-67AB278C9D61}"/>
          </ac:spMkLst>
        </pc:spChg>
        <pc:spChg chg="add mod">
          <ac:chgData name="Sayeed, Fatima" userId="S::sayeed.5@buckeyemail.osu.edu::816f673c-5bc2-401f-8ec9-18c545977b8f" providerId="AD" clId="Web-{21E0C5B1-D802-778D-20AA-2081B6730E3E}" dt="2025-11-12T22:15:58.835" v="436" actId="1076"/>
          <ac:spMkLst>
            <pc:docMk/>
            <pc:sldMk cId="3984518716" sldId="289"/>
            <ac:spMk id="5" creationId="{2F10A518-56E9-29F1-A317-1B02576EE74B}"/>
          </ac:spMkLst>
        </pc:spChg>
        <pc:picChg chg="mod">
          <ac:chgData name="Sayeed, Fatima" userId="S::sayeed.5@buckeyemail.osu.edu::816f673c-5bc2-401f-8ec9-18c545977b8f" providerId="AD" clId="Web-{21E0C5B1-D802-778D-20AA-2081B6730E3E}" dt="2025-11-13T00:21:40.503" v="674" actId="1076"/>
          <ac:picMkLst>
            <pc:docMk/>
            <pc:sldMk cId="3984518716" sldId="289"/>
            <ac:picMk id="4" creationId="{6592440D-90CA-AE62-2EEC-6FF1F9B7D813}"/>
          </ac:picMkLst>
        </pc:picChg>
      </pc:sldChg>
    </pc:docChg>
  </pc:docChgLst>
</pc:chgInfo>
</file>

<file path=ppt/comments/modernComment_10D_8D81C6B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AAB1CBE-4BD1-4EE5-AC05-8D509992161F}" authorId="{68829AE7-EC53-A471-A669-8D638E4C3844}" created="2025-11-12T22:43:52.237">
    <pc:sldMkLst xmlns:pc="http://schemas.microsoft.com/office/powerpoint/2013/main/command">
      <pc:docMk/>
      <pc:sldMk cId="2374092473" sldId="269"/>
    </pc:sldMkLst>
    <p188:txBody>
      <a:bodyPr/>
      <a:lstStyle/>
      <a:p>
        <a:r>
          <a:rPr lang="en-US"/>
          <a:t>luke</a:t>
        </a:r>
      </a:p>
    </p188:txBody>
  </p188:cm>
</p188:cmLst>
</file>

<file path=ppt/comments/modernComment_10E_AA1F439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FE52453-6CF9-43A0-A297-7640088E592D}" authorId="{68829AE7-EC53-A471-A669-8D638E4C3844}" created="2025-11-12T22:44:30.128">
    <pc:sldMkLst xmlns:pc="http://schemas.microsoft.com/office/powerpoint/2013/main/command">
      <pc:docMk/>
      <pc:sldMk cId="2854175636" sldId="270"/>
    </pc:sldMkLst>
    <p188:txBody>
      <a:bodyPr/>
      <a:lstStyle/>
      <a:p>
        <a:r>
          <a:rPr lang="en-US"/>
          <a:t>Fatima</a:t>
        </a:r>
      </a:p>
    </p188:txBody>
  </p188:cm>
</p188:cmLst>
</file>

<file path=ppt/comments/modernComment_11B_595D678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FD3BC7F-CAE7-4438-9607-AFB125059F1C}" authorId="{68829AE7-EC53-A471-A669-8D638E4C3844}" created="2025-11-12T22:44:34.159">
    <pc:sldMkLst xmlns:pc="http://schemas.microsoft.com/office/powerpoint/2013/main/command">
      <pc:docMk/>
      <pc:sldMk cId="1499293568" sldId="283"/>
    </pc:sldMkLst>
    <p188:txBody>
      <a:bodyPr/>
      <a:lstStyle/>
      <a:p>
        <a:r>
          <a:rPr lang="en-US"/>
          <a:t>Fatima</a:t>
        </a:r>
      </a:p>
    </p188:txBody>
  </p188:cm>
</p188:cmLst>
</file>

<file path=ppt/comments/modernComment_11C_9CEFF14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9436348-76FA-4405-A094-C84DCCAFCF88}" authorId="{68829AE7-EC53-A471-A669-8D638E4C3844}" created="2025-11-12T22:45:09.503">
    <pc:sldMkLst xmlns:pc="http://schemas.microsoft.com/office/powerpoint/2013/main/command">
      <pc:docMk/>
      <pc:sldMk cId="2632970568" sldId="284"/>
    </pc:sldMkLst>
    <p188:txBody>
      <a:bodyPr/>
      <a:lstStyle/>
      <a:p>
        <a:r>
          <a:rPr lang="en-US"/>
          <a:t>Fatima</a:t>
        </a:r>
      </a:p>
    </p188:txBody>
  </p188:cm>
</p188:cmLst>
</file>

<file path=ppt/comments/modernComment_11D_808BF29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CFE31EA-37EC-43A4-8F53-BBD901E9D61E}" authorId="{68829AE7-EC53-A471-A669-8D638E4C3844}" created="2025-11-12T22:44:59.143">
    <pc:sldMkLst xmlns:pc="http://schemas.microsoft.com/office/powerpoint/2013/main/command">
      <pc:docMk/>
      <pc:sldMk cId="2156655259" sldId="285"/>
    </pc:sldMkLst>
    <p188:txBody>
      <a:bodyPr/>
      <a:lstStyle/>
      <a:p>
        <a:r>
          <a:rPr lang="en-US"/>
          <a:t>Luke</a:t>
        </a:r>
      </a:p>
    </p188:txBody>
  </p188:cm>
</p188:cmLst>
</file>

<file path=ppt/comments/modernComment_11E_15C0AAD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391D001-54E0-40D4-897F-4599D2151D44}" authorId="{68829AE7-EC53-A471-A669-8D638E4C3844}" created="2025-11-12T22:46:24.237">
    <pc:sldMkLst xmlns:pc="http://schemas.microsoft.com/office/powerpoint/2013/main/command">
      <pc:docMk/>
      <pc:sldMk cId="364948183" sldId="286"/>
    </pc:sldMkLst>
    <p188:txBody>
      <a:bodyPr/>
      <a:lstStyle/>
      <a:p>
        <a:r>
          <a:rPr lang="en-US"/>
          <a:t>Greyson</a:t>
        </a:r>
      </a:p>
    </p188:txBody>
  </p188:cm>
</p188:cmLst>
</file>

<file path=ppt/comments/modernComment_11F_D895B24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CE4046A-72A5-4BA2-AA1A-882E8E793762}" authorId="{68829AE7-EC53-A471-A669-8D638E4C3844}" created="2025-11-12T22:44:51.487">
    <pc:sldMkLst xmlns:pc="http://schemas.microsoft.com/office/powerpoint/2013/main/command">
      <pc:docMk/>
      <pc:sldMk cId="3633689163" sldId="287"/>
    </pc:sldMkLst>
    <p188:txBody>
      <a:bodyPr/>
      <a:lstStyle/>
      <a:p>
        <a:r>
          <a:rPr lang="en-US"/>
          <a:t>Greyson</a:t>
        </a:r>
      </a:p>
    </p188:txBody>
  </p188:cm>
</p188:cmLst>
</file>

<file path=ppt/comments/modernComment_100_882A5BD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99C06E7-3B0E-4FE3-B2D5-16FAE95BB651}" authorId="{67B9AD36-C651-45E0-B7B0-DFC39B6690A8}" created="2025-11-12T22:43:58.204">
    <pc:sldMkLst xmlns:pc="http://schemas.microsoft.com/office/powerpoint/2013/main/command">
      <pc:docMk/>
      <pc:sldMk cId="2284477403" sldId="256"/>
    </pc:sldMkLst>
    <p188:txBody>
      <a:bodyPr/>
      <a:lstStyle/>
      <a:p>
        <a:r>
          <a:rPr lang="en-US"/>
          <a:t>Luke </a:t>
        </a:r>
      </a:p>
    </p188:txBody>
  </p188:cm>
</p188:cmLst>
</file>

<file path=ppt/comments/modernComment_108_E4D3DB5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F4D445A-6C33-4892-A858-E97897FC548A}" authorId="{DF7E4601-D35A-00C7-A011-26DB91BACF3B}" created="2025-11-12T22:45:05.364">
    <pc:sldMkLst xmlns:pc="http://schemas.microsoft.com/office/powerpoint/2013/main/command">
      <pc:docMk/>
      <pc:sldMk cId="3839089488" sldId="264"/>
    </pc:sldMkLst>
    <p188:txBody>
      <a:bodyPr/>
      <a:lstStyle/>
      <a:p>
        <a:r>
          <a:rPr lang="en-US"/>
          <a:t>Fatima</a:t>
        </a:r>
      </a:p>
    </p188:txBody>
  </p188:cm>
</p188:cmLst>
</file>

<file path=ppt/comments/modernComment_113_B3DCF94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23BF304-D581-4209-BF0D-DC06086F0EDF}" authorId="{68829AE7-EC53-A471-A669-8D638E4C3844}" created="2025-11-12T22:44:46.784">
    <pc:sldMkLst xmlns:pc="http://schemas.microsoft.com/office/powerpoint/2013/main/command">
      <pc:docMk/>
      <pc:sldMk cId="3017603397" sldId="275"/>
    </pc:sldMkLst>
    <p188:txBody>
      <a:bodyPr/>
      <a:lstStyle/>
      <a:p>
        <a:r>
          <a:rPr lang="en-US"/>
          <a:t>Greyson</a:t>
        </a:r>
      </a:p>
    </p188:txBody>
  </p188:cm>
</p188:cmLst>
</file>

<file path=ppt/comments/modernComment_114_939D40C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3197D1E-8424-4E58-A9BE-E66C0B5CF1BC}" authorId="{68829AE7-EC53-A471-A669-8D638E4C3844}" created="2025-11-12T22:46:12.190">
    <pc:sldMkLst xmlns:pc="http://schemas.microsoft.com/office/powerpoint/2013/main/command">
      <pc:docMk/>
      <pc:sldMk cId="2476556484" sldId="276"/>
    </pc:sldMkLst>
    <p188:txBody>
      <a:bodyPr/>
      <a:lstStyle/>
      <a:p>
        <a:r>
          <a:rPr lang="en-US"/>
          <a:t>Fatima</a:t>
        </a:r>
      </a:p>
    </p188:txBody>
  </p188:cm>
</p188:cmLst>
</file>

<file path=ppt/comments/modernComment_115_9BF432E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2733E57-B6DA-4481-9582-09040CCE3A6A}" authorId="{68829AE7-EC53-A471-A669-8D638E4C3844}" created="2025-11-12T22:46:16.987">
    <pc:sldMkLst xmlns:pc="http://schemas.microsoft.com/office/powerpoint/2013/main/command">
      <pc:docMk/>
      <pc:sldMk cId="2616472302" sldId="277"/>
    </pc:sldMkLst>
    <p188:txBody>
      <a:bodyPr/>
      <a:lstStyle/>
      <a:p>
        <a:r>
          <a:rPr lang="en-US"/>
          <a:t>Greyson</a:t>
        </a:r>
      </a:p>
    </p188:txBody>
  </p188:cm>
</p188:cmLst>
</file>

<file path=ppt/comments/modernComment_116_33B80E6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D9723A3-828F-49FD-A939-C66CAA88CD38}" authorId="{68829AE7-EC53-A471-A669-8D638E4C3844}" created="2025-11-12T22:46:20.737">
    <pc:sldMkLst xmlns:pc="http://schemas.microsoft.com/office/powerpoint/2013/main/command">
      <pc:docMk/>
      <pc:sldMk cId="867700332" sldId="278"/>
    </pc:sldMkLst>
    <p188:txBody>
      <a:bodyPr/>
      <a:lstStyle/>
      <a:p>
        <a:r>
          <a:rPr lang="en-US"/>
          <a:t>Greyson</a:t>
        </a:r>
      </a:p>
    </p188:txBody>
  </p188:cm>
</p188:cmLst>
</file>

<file path=ppt/comments/modernComment_120_DD184B8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D32DCDB-BD74-4E3A-BF4D-305CEDA91E1C}" authorId="{68829AE7-EC53-A471-A669-8D638E4C3844}" created="2025-11-12T22:43:40.175">
    <pc:sldMkLst xmlns:pc="http://schemas.microsoft.com/office/powerpoint/2013/main/command">
      <pc:docMk/>
      <pc:sldMk cId="3709356943" sldId="288"/>
    </pc:sldMkLst>
    <p188:txBody>
      <a:bodyPr/>
      <a:lstStyle/>
      <a:p>
        <a:r>
          <a:rPr lang="en-US"/>
          <a:t>luke</a:t>
        </a:r>
      </a:p>
    </p188:txBody>
  </p188:cm>
</p188:cmLst>
</file>

<file path=ppt/comments/modernComment_121_ED7EEE3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28574E3-AD31-4C8B-8B0E-7FCC9CA0EE31}" authorId="{68829AE7-EC53-A471-A669-8D638E4C3844}" created="2025-11-12T22:45:03.253">
    <pc:sldMkLst xmlns:pc="http://schemas.microsoft.com/office/powerpoint/2013/main/command">
      <pc:docMk/>
      <pc:sldMk cId="3984518716" sldId="289"/>
    </pc:sldMkLst>
    <p188:txBody>
      <a:bodyPr/>
      <a:lstStyle/>
      <a:p>
        <a:r>
          <a:rPr lang="en-US"/>
          <a:t>Luke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5B6E0F-1DB3-5A43-B8F9-5E1E696749DF}" type="datetimeFigureOut">
              <a:t>11/17/2025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C1F9FE-B8FF-F345-B45D-636AC2B598B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76532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1BC211-ACBD-CB48-B939-364088D2CD6D}" type="datetimeFigureOut">
              <a:t>11/17/2025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04D311-73F7-5D42-B843-E8305C73070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0208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4803898"/>
      </p:ext>
    </p:extLst>
  </p:cSld>
  <p:clrMapOvr>
    <a:masterClrMapping/>
  </p:clrMapOvr>
  <p:transition spd="slow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/>
          <p:cNvSpPr>
            <a:spLocks noGrp="1"/>
          </p:cNvSpPr>
          <p:nvPr>
            <p:ph idx="13"/>
          </p:nvPr>
        </p:nvSpPr>
        <p:spPr>
          <a:xfrm>
            <a:off x="746930" y="1372791"/>
            <a:ext cx="8229600" cy="3394472"/>
          </a:xfrm>
          <a:prstGeom prst="rect">
            <a:avLst/>
          </a:prstGeom>
          <a:ln>
            <a:solidFill>
              <a:srgbClr val="FFFFFF"/>
            </a:solidFill>
          </a:ln>
        </p:spPr>
        <p:txBody>
          <a:bodyPr/>
          <a:lstStyle>
            <a:lvl1pPr>
              <a:defRPr>
                <a:solidFill>
                  <a:srgbClr val="BB0000"/>
                </a:solidFill>
              </a:defRPr>
            </a:lvl1pPr>
            <a:lvl2pPr marL="0">
              <a:spcBef>
                <a:spcPts val="600"/>
              </a:spcBef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spcBef>
                <a:spcPts val="0"/>
              </a:spcBef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5pPr marL="502920" indent="0">
              <a:spcBef>
                <a:spcPts val="350"/>
              </a:spcBef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idx="15" hasCustomPrompt="1"/>
          </p:nvPr>
        </p:nvSpPr>
        <p:spPr>
          <a:xfrm>
            <a:off x="5573888" y="172358"/>
            <a:ext cx="3392206" cy="501609"/>
          </a:xfrm>
          <a:prstGeom prst="rect">
            <a:avLst/>
          </a:prstGeom>
          <a:ln>
            <a:solidFill>
              <a:srgbClr val="BB0000"/>
            </a:solidFill>
          </a:ln>
        </p:spPr>
        <p:txBody>
          <a:bodyPr/>
          <a:lstStyle>
            <a:lvl1pPr algn="r">
              <a:lnSpc>
                <a:spcPts val="1640"/>
              </a:lnSpc>
              <a:spcBef>
                <a:spcPts val="0"/>
              </a:spcBef>
              <a:defRPr sz="1300" baseline="0">
                <a:solidFill>
                  <a:schemeClr val="bg1"/>
                </a:solidFill>
              </a:defRPr>
            </a:lvl1pPr>
            <a:lvl2pPr marL="0">
              <a:spcBef>
                <a:spcPts val="600"/>
              </a:spcBef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spcBef>
                <a:spcPts val="0"/>
              </a:spcBef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5pPr marL="502920" indent="0">
              <a:spcBef>
                <a:spcPts val="350"/>
              </a:spcBef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/>
              <a:t>UNIT NAME HERE</a:t>
            </a:r>
          </a:p>
          <a:p>
            <a:pPr lvl="0"/>
            <a:r>
              <a:rPr lang="en-US"/>
              <a:t>LINE 2 AS NEEDED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idx="16" hasCustomPrompt="1"/>
          </p:nvPr>
        </p:nvSpPr>
        <p:spPr>
          <a:xfrm>
            <a:off x="4315390" y="789714"/>
            <a:ext cx="4642821" cy="477089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/>
          <a:lstStyle>
            <a:lvl1pPr algn="r">
              <a:lnSpc>
                <a:spcPts val="1640"/>
              </a:lnSpc>
              <a:spcBef>
                <a:spcPts val="0"/>
              </a:spcBef>
              <a:defRPr sz="1600" b="1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0">
              <a:spcBef>
                <a:spcPts val="600"/>
              </a:spcBef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spcBef>
                <a:spcPts val="0"/>
              </a:spcBef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5pPr marL="502920" indent="0">
              <a:spcBef>
                <a:spcPts val="350"/>
              </a:spcBef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/>
              <a:t>TOPIC TITLE HERE</a:t>
            </a:r>
          </a:p>
        </p:txBody>
      </p:sp>
    </p:spTree>
    <p:extLst>
      <p:ext uri="{BB962C8B-B14F-4D97-AF65-F5344CB8AC3E}">
        <p14:creationId xmlns:p14="http://schemas.microsoft.com/office/powerpoint/2010/main" val="3793167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Phrase-Word Slide WHIT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2"/>
          <p:cNvSpPr>
            <a:spLocks noGrp="1"/>
          </p:cNvSpPr>
          <p:nvPr>
            <p:ph idx="16" hasCustomPrompt="1"/>
          </p:nvPr>
        </p:nvSpPr>
        <p:spPr>
          <a:xfrm>
            <a:off x="651757" y="1300891"/>
            <a:ext cx="7194020" cy="3313013"/>
          </a:xfrm>
          <a:prstGeom prst="rect">
            <a:avLst/>
          </a:prstGeom>
          <a:ln>
            <a:solidFill>
              <a:srgbClr val="FFFFFF"/>
            </a:solidFill>
          </a:ln>
        </p:spPr>
        <p:txBody>
          <a:bodyPr/>
          <a:lstStyle>
            <a:lvl1pPr algn="l">
              <a:lnSpc>
                <a:spcPts val="8400"/>
              </a:lnSpc>
              <a:spcBef>
                <a:spcPts val="0"/>
              </a:spcBef>
              <a:defRPr sz="8000" b="1" baseline="0">
                <a:solidFill>
                  <a:srgbClr val="BB0000"/>
                </a:solidFill>
              </a:defRPr>
            </a:lvl1pPr>
            <a:lvl2pPr marL="0">
              <a:spcBef>
                <a:spcPts val="600"/>
              </a:spcBef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spcBef>
                <a:spcPts val="0"/>
              </a:spcBef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5pPr marL="502920" indent="0">
              <a:spcBef>
                <a:spcPts val="350"/>
              </a:spcBef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/>
              <a:t>BIG WORD BIG PHRASE</a:t>
            </a:r>
            <a:br>
              <a:rPr lang="en-US"/>
            </a:br>
            <a:r>
              <a:rPr lang="en-US"/>
              <a:t>SLIDE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5" hasCustomPrompt="1"/>
          </p:nvPr>
        </p:nvSpPr>
        <p:spPr>
          <a:xfrm>
            <a:off x="5573888" y="172358"/>
            <a:ext cx="3392206" cy="501609"/>
          </a:xfrm>
          <a:prstGeom prst="rect">
            <a:avLst/>
          </a:prstGeom>
          <a:ln>
            <a:solidFill>
              <a:srgbClr val="BB0000"/>
            </a:solidFill>
          </a:ln>
        </p:spPr>
        <p:txBody>
          <a:bodyPr/>
          <a:lstStyle>
            <a:lvl1pPr algn="r">
              <a:lnSpc>
                <a:spcPts val="1640"/>
              </a:lnSpc>
              <a:spcBef>
                <a:spcPts val="0"/>
              </a:spcBef>
              <a:defRPr sz="1300" baseline="0">
                <a:solidFill>
                  <a:schemeClr val="bg1"/>
                </a:solidFill>
              </a:defRPr>
            </a:lvl1pPr>
            <a:lvl2pPr marL="0">
              <a:spcBef>
                <a:spcPts val="600"/>
              </a:spcBef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spcBef>
                <a:spcPts val="0"/>
              </a:spcBef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5pPr marL="502920" indent="0">
              <a:spcBef>
                <a:spcPts val="350"/>
              </a:spcBef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/>
              <a:t>UNIT NAME HERE</a:t>
            </a:r>
          </a:p>
          <a:p>
            <a:pPr lvl="0"/>
            <a:r>
              <a:rPr lang="en-US"/>
              <a:t>LINE 2 AS NEEDED</a:t>
            </a:r>
          </a:p>
        </p:txBody>
      </p:sp>
    </p:spTree>
    <p:extLst>
      <p:ext uri="{BB962C8B-B14F-4D97-AF65-F5344CB8AC3E}">
        <p14:creationId xmlns:p14="http://schemas.microsoft.com/office/powerpoint/2010/main" val="11068018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Phrase-Word Slide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682626"/>
            <a:ext cx="9144000" cy="4460875"/>
          </a:xfrm>
          <a:prstGeom prst="rect">
            <a:avLst/>
          </a:prstGeom>
          <a:solidFill>
            <a:srgbClr val="B70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BB0000"/>
              </a:solidFill>
            </a:endParaRPr>
          </a:p>
        </p:txBody>
      </p:sp>
      <p:sp>
        <p:nvSpPr>
          <p:cNvPr id="8" name="Content Placeholder 2"/>
          <p:cNvSpPr>
            <a:spLocks noGrp="1"/>
          </p:cNvSpPr>
          <p:nvPr>
            <p:ph idx="15" hasCustomPrompt="1"/>
          </p:nvPr>
        </p:nvSpPr>
        <p:spPr>
          <a:xfrm>
            <a:off x="5573888" y="181604"/>
            <a:ext cx="3392206" cy="501609"/>
          </a:xfrm>
          <a:prstGeom prst="rect">
            <a:avLst/>
          </a:prstGeom>
          <a:ln>
            <a:solidFill>
              <a:srgbClr val="BB0000"/>
            </a:solidFill>
          </a:ln>
        </p:spPr>
        <p:txBody>
          <a:bodyPr/>
          <a:lstStyle>
            <a:lvl1pPr algn="r">
              <a:lnSpc>
                <a:spcPts val="1640"/>
              </a:lnSpc>
              <a:spcBef>
                <a:spcPts val="0"/>
              </a:spcBef>
              <a:defRPr sz="1300" baseline="0">
                <a:solidFill>
                  <a:schemeClr val="bg1"/>
                </a:solidFill>
              </a:defRPr>
            </a:lvl1pPr>
            <a:lvl2pPr marL="0">
              <a:spcBef>
                <a:spcPts val="600"/>
              </a:spcBef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spcBef>
                <a:spcPts val="0"/>
              </a:spcBef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5pPr marL="502920" indent="0">
              <a:spcBef>
                <a:spcPts val="350"/>
              </a:spcBef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/>
              <a:t>UNIT NAME HERE</a:t>
            </a:r>
          </a:p>
          <a:p>
            <a:pPr lvl="0"/>
            <a:r>
              <a:rPr lang="en-US"/>
              <a:t>LINE 2 AS NEEDED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idx="16" hasCustomPrompt="1"/>
          </p:nvPr>
        </p:nvSpPr>
        <p:spPr>
          <a:xfrm>
            <a:off x="651757" y="1300891"/>
            <a:ext cx="7194020" cy="3313013"/>
          </a:xfrm>
          <a:prstGeom prst="rect">
            <a:avLst/>
          </a:prstGeom>
          <a:ln>
            <a:solidFill>
              <a:srgbClr val="BB0000"/>
            </a:solidFill>
          </a:ln>
        </p:spPr>
        <p:txBody>
          <a:bodyPr/>
          <a:lstStyle>
            <a:lvl1pPr algn="l">
              <a:lnSpc>
                <a:spcPts val="8400"/>
              </a:lnSpc>
              <a:spcBef>
                <a:spcPts val="0"/>
              </a:spcBef>
              <a:defRPr sz="8000" b="1" baseline="0">
                <a:solidFill>
                  <a:schemeClr val="bg1"/>
                </a:solidFill>
              </a:defRPr>
            </a:lvl1pPr>
            <a:lvl2pPr marL="0">
              <a:spcBef>
                <a:spcPts val="600"/>
              </a:spcBef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spcBef>
                <a:spcPts val="0"/>
              </a:spcBef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5pPr marL="502920" indent="0">
              <a:spcBef>
                <a:spcPts val="350"/>
              </a:spcBef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/>
              <a:t>BIG WORD</a:t>
            </a:r>
          </a:p>
          <a:p>
            <a:pPr lvl="0"/>
            <a:r>
              <a:rPr lang="en-US"/>
              <a:t>BIG PHRASE</a:t>
            </a:r>
            <a:br>
              <a:rPr lang="en-US"/>
            </a:br>
            <a:r>
              <a:rPr lang="en-US"/>
              <a:t>SLIDE</a:t>
            </a:r>
          </a:p>
        </p:txBody>
      </p:sp>
    </p:spTree>
    <p:extLst>
      <p:ext uri="{BB962C8B-B14F-4D97-AF65-F5344CB8AC3E}">
        <p14:creationId xmlns:p14="http://schemas.microsoft.com/office/powerpoint/2010/main" val="1471957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/>
          <p:cNvSpPr>
            <a:spLocks noGrp="1"/>
          </p:cNvSpPr>
          <p:nvPr>
            <p:ph idx="15" hasCustomPrompt="1"/>
          </p:nvPr>
        </p:nvSpPr>
        <p:spPr>
          <a:xfrm>
            <a:off x="5573888" y="172358"/>
            <a:ext cx="3392206" cy="501609"/>
          </a:xfrm>
          <a:prstGeom prst="rect">
            <a:avLst/>
          </a:prstGeom>
          <a:ln>
            <a:solidFill>
              <a:srgbClr val="BB0000"/>
            </a:solidFill>
          </a:ln>
        </p:spPr>
        <p:txBody>
          <a:bodyPr/>
          <a:lstStyle>
            <a:lvl1pPr algn="r">
              <a:lnSpc>
                <a:spcPts val="1640"/>
              </a:lnSpc>
              <a:spcBef>
                <a:spcPts val="0"/>
              </a:spcBef>
              <a:defRPr sz="1300" baseline="0">
                <a:solidFill>
                  <a:schemeClr val="bg1"/>
                </a:solidFill>
              </a:defRPr>
            </a:lvl1pPr>
            <a:lvl2pPr marL="0">
              <a:spcBef>
                <a:spcPts val="600"/>
              </a:spcBef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spcBef>
                <a:spcPts val="0"/>
              </a:spcBef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5pPr marL="502920" indent="0">
              <a:spcBef>
                <a:spcPts val="350"/>
              </a:spcBef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/>
              <a:t>UNIT NAME HERE</a:t>
            </a:r>
          </a:p>
          <a:p>
            <a:pPr lvl="0"/>
            <a:r>
              <a:rPr lang="en-US"/>
              <a:t>LINE 2 AS NEEDED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idx="17" hasCustomPrompt="1"/>
          </p:nvPr>
        </p:nvSpPr>
        <p:spPr>
          <a:xfrm>
            <a:off x="4881010" y="4029499"/>
            <a:ext cx="3392206" cy="820519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/>
          <a:lstStyle>
            <a:lvl1pPr algn="r">
              <a:lnSpc>
                <a:spcPct val="110000"/>
              </a:lnSpc>
              <a:spcBef>
                <a:spcPts val="0"/>
              </a:spcBef>
              <a:defRPr sz="2400" baseline="-25000">
                <a:solidFill>
                  <a:srgbClr val="BB0000"/>
                </a:solidFill>
              </a:defRPr>
            </a:lvl1pPr>
            <a:lvl2pPr marL="0">
              <a:spcBef>
                <a:spcPts val="600"/>
              </a:spcBef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spcBef>
                <a:spcPts val="0"/>
              </a:spcBef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5pPr marL="502920" indent="0">
              <a:spcBef>
                <a:spcPts val="350"/>
              </a:spcBef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algn="r">
              <a:lnSpc>
                <a:spcPct val="110000"/>
              </a:lnSpc>
            </a:pPr>
            <a:r>
              <a:rPr lang="en-US" sz="240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– </a:t>
            </a:r>
            <a:r>
              <a:rPr lang="en-US" sz="240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Firstandlast</a:t>
            </a:r>
            <a:r>
              <a:rPr lang="en-US" sz="240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Name</a:t>
            </a:r>
          </a:p>
          <a:p>
            <a:pPr algn="r">
              <a:lnSpc>
                <a:spcPct val="110000"/>
              </a:lnSpc>
            </a:pPr>
            <a:r>
              <a:rPr lang="en-US" sz="1800">
                <a:solidFill>
                  <a:schemeClr val="tx1">
                    <a:lumMod val="60000"/>
                    <a:lumOff val="40000"/>
                  </a:schemeClr>
                </a:solidFill>
                <a:cs typeface="Arial"/>
              </a:rPr>
              <a:t>   Optional title line</a:t>
            </a:r>
            <a:endParaRPr lang="en-US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8" hasCustomPrompt="1"/>
          </p:nvPr>
        </p:nvSpPr>
        <p:spPr>
          <a:xfrm>
            <a:off x="935495" y="1208647"/>
            <a:ext cx="7200384" cy="2842484"/>
          </a:xfrm>
          <a:prstGeom prst="rect">
            <a:avLst/>
          </a:prstGeom>
          <a:ln>
            <a:solidFill>
              <a:srgbClr val="FFFFFF"/>
            </a:solidFill>
          </a:ln>
        </p:spPr>
        <p:txBody>
          <a:bodyPr vert="horz"/>
          <a:lstStyle>
            <a:lvl1pPr algn="ctr">
              <a:defRPr lang="en-US" sz="3200" b="0" smtClean="0">
                <a:solidFill>
                  <a:srgbClr val="BB0032"/>
                </a:solidFill>
                <a:cs typeface="Arial"/>
              </a:defRPr>
            </a:lvl1pPr>
          </a:lstStyle>
          <a:p>
            <a:pPr lvl="0"/>
            <a:r>
              <a:rPr lang="en-US" sz="6500" b="0">
                <a:solidFill>
                  <a:srgbClr val="BB0032"/>
                </a:solidFill>
                <a:latin typeface="+mj-lt"/>
                <a:cs typeface="Arial"/>
              </a:rPr>
              <a:t>“Notable quotes</a:t>
            </a:r>
            <a:br>
              <a:rPr lang="en-US" sz="6500" b="0">
                <a:solidFill>
                  <a:srgbClr val="BB0032"/>
                </a:solidFill>
                <a:latin typeface="+mj-lt"/>
                <a:cs typeface="Arial"/>
              </a:rPr>
            </a:br>
            <a:r>
              <a:rPr lang="en-US" sz="6500" b="0">
                <a:solidFill>
                  <a:srgbClr val="BB0032"/>
                </a:solidFill>
                <a:latin typeface="+mj-lt"/>
                <a:cs typeface="Arial"/>
              </a:rPr>
              <a:t>goes right here,</a:t>
            </a:r>
            <a:br>
              <a:rPr lang="en-US" sz="6500" b="0">
                <a:solidFill>
                  <a:srgbClr val="BB0032"/>
                </a:solidFill>
                <a:latin typeface="+mj-lt"/>
                <a:cs typeface="Arial"/>
              </a:rPr>
            </a:br>
            <a:r>
              <a:rPr lang="en-US" sz="6500" b="0">
                <a:solidFill>
                  <a:srgbClr val="BB0032"/>
                </a:solidFill>
                <a:latin typeface="+mj-lt"/>
                <a:cs typeface="Arial"/>
              </a:rPr>
              <a:t>yes right here.”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922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hot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692952"/>
            <a:ext cx="9144000" cy="4450548"/>
          </a:xfrm>
          <a:prstGeom prst="rect">
            <a:avLst/>
          </a:prstGeom>
        </p:spPr>
        <p:txBody>
          <a:bodyPr vert="horz"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Full slide picture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5" hasCustomPrompt="1"/>
          </p:nvPr>
        </p:nvSpPr>
        <p:spPr>
          <a:xfrm>
            <a:off x="5573888" y="172358"/>
            <a:ext cx="3392206" cy="501609"/>
          </a:xfrm>
          <a:prstGeom prst="rect">
            <a:avLst/>
          </a:prstGeom>
          <a:ln>
            <a:solidFill>
              <a:srgbClr val="BB0000"/>
            </a:solidFill>
          </a:ln>
        </p:spPr>
        <p:txBody>
          <a:bodyPr/>
          <a:lstStyle>
            <a:lvl1pPr algn="r">
              <a:lnSpc>
                <a:spcPts val="1640"/>
              </a:lnSpc>
              <a:spcBef>
                <a:spcPts val="0"/>
              </a:spcBef>
              <a:defRPr sz="1300" baseline="0">
                <a:solidFill>
                  <a:schemeClr val="bg1"/>
                </a:solidFill>
              </a:defRPr>
            </a:lvl1pPr>
            <a:lvl2pPr marL="0">
              <a:spcBef>
                <a:spcPts val="600"/>
              </a:spcBef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spcBef>
                <a:spcPts val="0"/>
              </a:spcBef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5pPr marL="502920" indent="0">
              <a:spcBef>
                <a:spcPts val="350"/>
              </a:spcBef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/>
              <a:t>UNIT NAME HERE</a:t>
            </a:r>
          </a:p>
          <a:p>
            <a:pPr lvl="0"/>
            <a:r>
              <a:rPr lang="en-US"/>
              <a:t>LINE 2 AS NEEDED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4868541" y="1077078"/>
            <a:ext cx="3998889" cy="1380206"/>
          </a:xfrm>
          <a:prstGeom prst="rect">
            <a:avLst/>
          </a:prstGeom>
          <a:ln w="28575" cmpd="sng">
            <a:solidFill>
              <a:srgbClr val="636D6E"/>
            </a:solidFill>
          </a:ln>
          <a:effectLst/>
        </p:spPr>
        <p:txBody>
          <a:bodyPr/>
          <a:lstStyle>
            <a:lvl1pPr marL="91440">
              <a:lnSpc>
                <a:spcPts val="3440"/>
              </a:lnSpc>
              <a:spcBef>
                <a:spcPts val="0"/>
              </a:spcBef>
              <a:defRPr sz="2000" b="1">
                <a:solidFill>
                  <a:srgbClr val="636D6E"/>
                </a:solidFill>
              </a:defRPr>
            </a:lvl1pPr>
            <a:lvl2pPr marL="91440" indent="182880">
              <a:spcBef>
                <a:spcPts val="200"/>
              </a:spcBef>
              <a:spcAft>
                <a:spcPts val="0"/>
              </a:spcAft>
              <a:buClr>
                <a:srgbClr val="BB0000"/>
              </a:buClr>
              <a:buFont typeface="Arial"/>
              <a:buChar char="•"/>
              <a:defRPr sz="1600">
                <a:solidFill>
                  <a:srgbClr val="636D6E"/>
                </a:solidFill>
              </a:defRPr>
            </a:lvl2pPr>
            <a:lvl3pPr marL="91440" indent="182880">
              <a:spcBef>
                <a:spcPts val="200"/>
              </a:spcBef>
              <a:spcAft>
                <a:spcPts val="0"/>
              </a:spcAft>
              <a:buClr>
                <a:srgbClr val="BB0000"/>
              </a:buClr>
              <a:defRPr sz="1600">
                <a:solidFill>
                  <a:srgbClr val="636D6E"/>
                </a:solidFill>
              </a:defRPr>
            </a:lvl3pPr>
            <a:lvl5pPr marL="502920" indent="0">
              <a:spcBef>
                <a:spcPts val="350"/>
              </a:spcBef>
              <a:buFont typeface="Arial"/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2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01747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-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692952"/>
            <a:ext cx="3883850" cy="4450548"/>
          </a:xfrm>
          <a:prstGeom prst="rect">
            <a:avLst/>
          </a:prstGeom>
        </p:spPr>
        <p:txBody>
          <a:bodyPr vert="horz"/>
          <a:lstStyle>
            <a:lvl1pPr>
              <a:defRPr>
                <a:solidFill>
                  <a:srgbClr val="BFBFBF"/>
                </a:solidFill>
              </a:defRPr>
            </a:lvl1pPr>
          </a:lstStyle>
          <a:p>
            <a:r>
              <a:rPr lang="en-US"/>
              <a:t>½ slide picture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4"/>
          </p:nvPr>
        </p:nvSpPr>
        <p:spPr>
          <a:xfrm>
            <a:off x="4137593" y="1372791"/>
            <a:ext cx="4701503" cy="3394472"/>
          </a:xfrm>
          <a:prstGeom prst="rect">
            <a:avLst/>
          </a:prstGeom>
          <a:ln>
            <a:solidFill>
              <a:srgbClr val="FFFFFF"/>
            </a:solidFill>
          </a:ln>
        </p:spPr>
        <p:txBody>
          <a:bodyPr/>
          <a:lstStyle>
            <a:lvl1pPr>
              <a:lnSpc>
                <a:spcPts val="3440"/>
              </a:lnSpc>
              <a:spcBef>
                <a:spcPts val="0"/>
              </a:spcBef>
              <a:defRPr>
                <a:solidFill>
                  <a:srgbClr val="BB0000"/>
                </a:solidFill>
              </a:defRPr>
            </a:lvl1pPr>
            <a:lvl2pPr marL="0">
              <a:spcBef>
                <a:spcPts val="600"/>
              </a:spcBef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spcBef>
                <a:spcPts val="0"/>
              </a:spcBef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5pPr marL="502920" indent="0">
              <a:spcBef>
                <a:spcPts val="350"/>
              </a:spcBef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5" hasCustomPrompt="1"/>
          </p:nvPr>
        </p:nvSpPr>
        <p:spPr>
          <a:xfrm>
            <a:off x="5573888" y="172358"/>
            <a:ext cx="3392206" cy="501609"/>
          </a:xfrm>
          <a:prstGeom prst="rect">
            <a:avLst/>
          </a:prstGeom>
          <a:ln>
            <a:solidFill>
              <a:srgbClr val="BB0000"/>
            </a:solidFill>
          </a:ln>
        </p:spPr>
        <p:txBody>
          <a:bodyPr/>
          <a:lstStyle>
            <a:lvl1pPr algn="r">
              <a:lnSpc>
                <a:spcPts val="1640"/>
              </a:lnSpc>
              <a:spcBef>
                <a:spcPts val="0"/>
              </a:spcBef>
              <a:defRPr sz="1300" baseline="0">
                <a:solidFill>
                  <a:schemeClr val="bg1"/>
                </a:solidFill>
              </a:defRPr>
            </a:lvl1pPr>
            <a:lvl2pPr marL="0">
              <a:spcBef>
                <a:spcPts val="600"/>
              </a:spcBef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spcBef>
                <a:spcPts val="0"/>
              </a:spcBef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5pPr marL="502920" indent="0">
              <a:spcBef>
                <a:spcPts val="350"/>
              </a:spcBef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/>
              <a:t>UNIT NAME HERE</a:t>
            </a:r>
          </a:p>
          <a:p>
            <a:pPr lvl="0"/>
            <a:r>
              <a:rPr lang="en-US"/>
              <a:t>LINE 2 AS NEEDED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idx="16" hasCustomPrompt="1"/>
          </p:nvPr>
        </p:nvSpPr>
        <p:spPr>
          <a:xfrm>
            <a:off x="4315390" y="789714"/>
            <a:ext cx="4642821" cy="477089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/>
          <a:lstStyle>
            <a:lvl1pPr algn="r">
              <a:lnSpc>
                <a:spcPts val="1640"/>
              </a:lnSpc>
              <a:spcBef>
                <a:spcPts val="0"/>
              </a:spcBef>
              <a:defRPr sz="1600" b="1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0">
              <a:spcBef>
                <a:spcPts val="600"/>
              </a:spcBef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spcBef>
                <a:spcPts val="0"/>
              </a:spcBef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5pPr marL="502920" indent="0">
              <a:spcBef>
                <a:spcPts val="350"/>
              </a:spcBef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/>
              <a:t>TOPIC TITLE HERE</a:t>
            </a:r>
          </a:p>
        </p:txBody>
      </p:sp>
    </p:spTree>
    <p:extLst>
      <p:ext uri="{BB962C8B-B14F-4D97-AF65-F5344CB8AC3E}">
        <p14:creationId xmlns:p14="http://schemas.microsoft.com/office/powerpoint/2010/main" val="1673681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5" hasCustomPrompt="1"/>
          </p:nvPr>
        </p:nvSpPr>
        <p:spPr>
          <a:xfrm>
            <a:off x="5573888" y="172358"/>
            <a:ext cx="3392206" cy="501609"/>
          </a:xfrm>
          <a:prstGeom prst="rect">
            <a:avLst/>
          </a:prstGeom>
          <a:ln>
            <a:solidFill>
              <a:srgbClr val="BB0000"/>
            </a:solidFill>
          </a:ln>
        </p:spPr>
        <p:txBody>
          <a:bodyPr/>
          <a:lstStyle>
            <a:lvl1pPr algn="r">
              <a:lnSpc>
                <a:spcPts val="1640"/>
              </a:lnSpc>
              <a:spcBef>
                <a:spcPts val="0"/>
              </a:spcBef>
              <a:defRPr sz="1300" baseline="0">
                <a:solidFill>
                  <a:schemeClr val="bg1"/>
                </a:solidFill>
              </a:defRPr>
            </a:lvl1pPr>
            <a:lvl2pPr marL="0">
              <a:spcBef>
                <a:spcPts val="600"/>
              </a:spcBef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spcBef>
                <a:spcPts val="0"/>
              </a:spcBef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5pPr marL="502920" indent="0">
              <a:spcBef>
                <a:spcPts val="350"/>
              </a:spcBef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/>
              <a:t>UNIT NAME HERE</a:t>
            </a:r>
          </a:p>
          <a:p>
            <a:pPr lvl="0"/>
            <a:r>
              <a:rPr lang="en-US"/>
              <a:t>LINE 2 AS NEEDED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6" hasCustomPrompt="1"/>
          </p:nvPr>
        </p:nvSpPr>
        <p:spPr>
          <a:xfrm>
            <a:off x="4315390" y="789714"/>
            <a:ext cx="4642821" cy="477089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/>
          <a:lstStyle>
            <a:lvl1pPr algn="r">
              <a:lnSpc>
                <a:spcPts val="1640"/>
              </a:lnSpc>
              <a:spcBef>
                <a:spcPts val="0"/>
              </a:spcBef>
              <a:defRPr sz="1600" b="1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0">
              <a:spcBef>
                <a:spcPts val="600"/>
              </a:spcBef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spcBef>
                <a:spcPts val="0"/>
              </a:spcBef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5pPr marL="502920" indent="0">
              <a:spcBef>
                <a:spcPts val="350"/>
              </a:spcBef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/>
              <a:t>TOPIC TITLE HERE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4"/>
          </p:nvPr>
        </p:nvSpPr>
        <p:spPr>
          <a:xfrm>
            <a:off x="1400403" y="1372791"/>
            <a:ext cx="6527582" cy="3394472"/>
          </a:xfrm>
          <a:prstGeom prst="rect">
            <a:avLst/>
          </a:prstGeom>
          <a:ln>
            <a:solidFill>
              <a:srgbClr val="FFFFFF"/>
            </a:solidFill>
          </a:ln>
        </p:spPr>
        <p:txBody>
          <a:bodyPr/>
          <a:lstStyle>
            <a:lvl1pPr algn="ctr">
              <a:lnSpc>
                <a:spcPts val="3440"/>
              </a:lnSpc>
              <a:spcBef>
                <a:spcPts val="0"/>
              </a:spcBef>
              <a:defRPr>
                <a:solidFill>
                  <a:schemeClr val="bg1">
                    <a:lumMod val="75000"/>
                  </a:schemeClr>
                </a:solidFill>
              </a:defRPr>
            </a:lvl1pPr>
            <a:lvl2pPr marL="0">
              <a:spcBef>
                <a:spcPts val="600"/>
              </a:spcBef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spcBef>
                <a:spcPts val="0"/>
              </a:spcBef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5pPr marL="502920" indent="0">
              <a:spcBef>
                <a:spcPts val="350"/>
              </a:spcBef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r>
              <a:rPr lang="en-US"/>
              <a:t>chart/graph/table</a:t>
            </a:r>
          </a:p>
        </p:txBody>
      </p:sp>
    </p:spTree>
    <p:extLst>
      <p:ext uri="{BB962C8B-B14F-4D97-AF65-F5344CB8AC3E}">
        <p14:creationId xmlns:p14="http://schemas.microsoft.com/office/powerpoint/2010/main" val="383328258"/>
      </p:ext>
    </p:extLst>
  </p:cSld>
  <p:clrMapOvr>
    <a:masterClrMapping/>
  </p:clrMapOvr>
  <p:transition spd="slow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8613"/>
            <a:ext cx="7772400" cy="11017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0893D-9CB3-1B43-85EC-BE827DAB7236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66440-EC59-C54E-B982-91FC87D15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16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0893D-9CB3-1B43-85EC-BE827DAB7236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66440-EC59-C54E-B982-91FC87D15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017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5"/>
            <a:ext cx="7772400" cy="10223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79638"/>
            <a:ext cx="7772400" cy="112553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0893D-9CB3-1B43-85EC-BE827DAB7236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66440-EC59-C54E-B982-91FC87D15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0630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4038600" cy="3394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0"/>
            <a:ext cx="4038600" cy="3394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0893D-9CB3-1B43-85EC-BE827DAB7236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66440-EC59-C54E-B982-91FC87D15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5362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0938"/>
            <a:ext cx="4040188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950"/>
            <a:ext cx="4040188" cy="2962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150938"/>
            <a:ext cx="4041775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631950"/>
            <a:ext cx="4041775" cy="2962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0893D-9CB3-1B43-85EC-BE827DAB7236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66440-EC59-C54E-B982-91FC87D15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2445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0893D-9CB3-1B43-85EC-BE827DAB7236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66440-EC59-C54E-B982-91FC87D15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4951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0893D-9CB3-1B43-85EC-BE827DAB7236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66440-EC59-C54E-B982-91FC87D15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3637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3008313" cy="87153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4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076325"/>
            <a:ext cx="3008313" cy="35179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0893D-9CB3-1B43-85EC-BE827DAB7236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66440-EC59-C54E-B982-91FC87D15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987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60375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900"/>
            <a:ext cx="5486400" cy="6032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0893D-9CB3-1B43-85EC-BE827DAB7236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66440-EC59-C54E-B982-91FC87D15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53399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0893D-9CB3-1B43-85EC-BE827DAB7236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66440-EC59-C54E-B982-91FC87D15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49565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6375"/>
            <a:ext cx="2057400" cy="43878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6375"/>
            <a:ext cx="6019800" cy="43878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0893D-9CB3-1B43-85EC-BE827DAB7236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66440-EC59-C54E-B982-91FC87D15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771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Relationship Id="rId9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399374" y="4767263"/>
            <a:ext cx="2133600" cy="273844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0D8E7B-AF3B-B444-8E74-E549FC814F53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2230833"/>
            <a:ext cx="9144000" cy="2222105"/>
          </a:xfrm>
          <a:prstGeom prst="rect">
            <a:avLst/>
          </a:prstGeom>
          <a:solidFill>
            <a:srgbClr val="B70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TheOhioStateUniversity-Horiz-RGBHEX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9584" y="1200151"/>
            <a:ext cx="4800600" cy="696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8112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7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Arial"/>
        <a:buNone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1"/>
            <a:ext cx="9144000" cy="682625"/>
            <a:chOff x="0" y="1040406"/>
            <a:chExt cx="9144000" cy="910167"/>
          </a:xfrm>
        </p:grpSpPr>
        <p:sp>
          <p:nvSpPr>
            <p:cNvPr id="8" name="Rectangle 7"/>
            <p:cNvSpPr/>
            <p:nvPr/>
          </p:nvSpPr>
          <p:spPr>
            <a:xfrm>
              <a:off x="0" y="1040406"/>
              <a:ext cx="9144000" cy="910167"/>
            </a:xfrm>
            <a:prstGeom prst="rect">
              <a:avLst/>
            </a:prstGeom>
            <a:solidFill>
              <a:srgbClr val="B70F2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 descr="TheOhioStateUniversity-REV-Horiz-RGBHEX.png"/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6917" y="1238313"/>
              <a:ext cx="2438400" cy="471424"/>
            </a:xfrm>
            <a:prstGeom prst="rect">
              <a:avLst/>
            </a:prstGeom>
          </p:spPr>
        </p:pic>
      </p:grpSp>
      <p:sp>
        <p:nvSpPr>
          <p:cNvPr id="2" name="Rectangle 1"/>
          <p:cNvSpPr/>
          <p:nvPr userDrawn="1"/>
        </p:nvSpPr>
        <p:spPr>
          <a:xfrm>
            <a:off x="8518368" y="4763429"/>
            <a:ext cx="43543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B5C881AA-F0C4-B947-803C-EA0A96934EAC}" type="slidenum">
              <a:rPr lang="en-US" sz="1600" smtClean="0">
                <a:solidFill>
                  <a:srgbClr val="636D6E"/>
                </a:solidFill>
              </a:rPr>
              <a:pPr/>
              <a:t>‹#›</a:t>
            </a:fld>
            <a:endParaRPr lang="en-US" sz="1600">
              <a:solidFill>
                <a:srgbClr val="636D6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70362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54" r:id="rId2"/>
    <p:sldLayoutId id="2147483769" r:id="rId3"/>
    <p:sldLayoutId id="2147483767" r:id="rId4"/>
    <p:sldLayoutId id="2147483758" r:id="rId5"/>
    <p:sldLayoutId id="2147483768" r:id="rId6"/>
    <p:sldLayoutId id="2147483763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Arial"/>
        <a:buNone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457200" rtl="0" eaLnBrk="1" latinLnBrk="0" hangingPunct="1">
        <a:spcBef>
          <a:spcPct val="20000"/>
        </a:spcBef>
        <a:buFont typeface="Arial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-228600" algn="l" defTabSz="457200" rtl="0" eaLnBrk="1" latinLnBrk="0" hangingPunct="1"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548640" indent="0" algn="l" defTabSz="457200" rtl="0" eaLnBrk="1" latinLnBrk="0" hangingPunct="1">
        <a:spcBef>
          <a:spcPts val="0"/>
        </a:spcBef>
        <a:buFont typeface="Arial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90893D-9CB3-1B43-85EC-BE827DAB7236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966440-EC59-C54E-B982-91FC87D15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936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80" r:id="rId2"/>
    <p:sldLayoutId id="2147483781" r:id="rId3"/>
    <p:sldLayoutId id="2147483782" r:id="rId4"/>
    <p:sldLayoutId id="2147483783" r:id="rId5"/>
    <p:sldLayoutId id="2147483784" r:id="rId6"/>
    <p:sldLayoutId id="2147483785" r:id="rId7"/>
    <p:sldLayoutId id="2147483786" r:id="rId8"/>
    <p:sldLayoutId id="2147483787" r:id="rId9"/>
    <p:sldLayoutId id="2147483788" r:id="rId10"/>
    <p:sldLayoutId id="214748378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0_882A5BDB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microsoft.com/office/2018/10/relationships/comments" Target="../comments/modernComment_120_DD184B8F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D_8D81C6B9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microsoft.com/office/2018/10/relationships/comments" Target="../comments/modernComment_108_E4D3DB50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E_AA1F4394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1B_595D6780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microsoft.com/office/2018/10/relationships/comments" Target="../comments/modernComment_113_B3DCF945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microsoft.com/office/2018/10/relationships/comments" Target="../comments/modernComment_11F_D895B24B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microsoft.com/office/2018/10/relationships/comments" Target="../comments/modernComment_121_ED7EEE3C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microsoft.com/office/2018/10/relationships/comments" Target="../comments/modernComment_11D_808BF29B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microsoft.com/office/2018/10/relationships/comments" Target="../comments/modernComment_11C_9CEFF148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14_939D40C4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15_9BF432EE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microsoft.com/office/2018/10/relationships/comments" Target="../comments/modernComment_116_33B80E6C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microsoft.com/office/2018/10/relationships/comments" Target="../comments/modernComment_11E_15C0AAD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ubtitle 2"/>
          <p:cNvSpPr txBox="1">
            <a:spLocks/>
          </p:cNvSpPr>
          <p:nvPr/>
        </p:nvSpPr>
        <p:spPr>
          <a:xfrm>
            <a:off x="360015" y="2758502"/>
            <a:ext cx="8578800" cy="617537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4000" kern="1200" baseline="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/>
              <a:t>Starlab Payload Workbench</a:t>
            </a:r>
          </a:p>
        </p:txBody>
      </p:sp>
      <p:sp>
        <p:nvSpPr>
          <p:cNvPr id="16" name="Subtitle 2"/>
          <p:cNvSpPr txBox="1">
            <a:spLocks/>
          </p:cNvSpPr>
          <p:nvPr/>
        </p:nvSpPr>
        <p:spPr>
          <a:xfrm>
            <a:off x="1206015" y="3475039"/>
            <a:ext cx="6400800" cy="617537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4000" kern="1200" baseline="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/>
              <a:t>Team 16: Greyson Donley, Lucas Brickner, Fatima Sayeed</a:t>
            </a:r>
          </a:p>
          <a:p>
            <a:r>
              <a:rPr lang="en-US" sz="1800"/>
              <a:t>11-13-2025</a:t>
            </a:r>
          </a:p>
        </p:txBody>
      </p:sp>
    </p:spTree>
    <p:extLst>
      <p:ext uri="{BB962C8B-B14F-4D97-AF65-F5344CB8AC3E}">
        <p14:creationId xmlns:p14="http://schemas.microsoft.com/office/powerpoint/2010/main" val="2284477403"/>
      </p:ext>
    </p:extLst>
  </p:cSld>
  <p:clrMapOvr>
    <a:masterClrMapping/>
  </p:clrMapOvr>
  <p:transition spd="slow">
    <p:fade/>
  </p:transition>
  <p:extLst>
    <p:ext uri="{6950BFC3-D8DA-4A85-94F7-54DA5524770B}">
      <p188:commentRel xmlns:p188="http://schemas.microsoft.com/office/powerpoint/2018/8/main" r:id="rId2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5"/>
          </p:nvPr>
        </p:nvSpPr>
        <p:spPr>
          <a:xfrm>
            <a:off x="-1169673" y="990662"/>
            <a:ext cx="4661206" cy="501609"/>
          </a:xfrm>
          <a:ln>
            <a:noFill/>
          </a:ln>
        </p:spPr>
        <p:txBody>
          <a:bodyPr lIns="91440" tIns="45720" rIns="91440" bIns="45720" anchor="t"/>
          <a:lstStyle/>
          <a:p>
            <a:r>
              <a:rPr lang="en-US" sz="2400">
                <a:solidFill>
                  <a:schemeClr val="tx1"/>
                </a:solidFill>
                <a:cs typeface="Arial"/>
              </a:rPr>
              <a:t>Team Introductions </a:t>
            </a:r>
          </a:p>
        </p:txBody>
      </p:sp>
      <p:pic>
        <p:nvPicPr>
          <p:cNvPr id="5" name="Picture 4" descr="A person standing in front of a waterfall&#10;&#10;AI-generated content may be incorrect.">
            <a:extLst>
              <a:ext uri="{FF2B5EF4-FFF2-40B4-BE49-F238E27FC236}">
                <a16:creationId xmlns:a16="http://schemas.microsoft.com/office/drawing/2014/main" id="{A111D540-8748-BF8E-CF6B-52A39876D2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7483" y="1433496"/>
            <a:ext cx="2418773" cy="241877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88B9B43-0C6B-C1DD-1951-1B7FD8899E82}"/>
              </a:ext>
            </a:extLst>
          </p:cNvPr>
          <p:cNvSpPr txBox="1"/>
          <p:nvPr/>
        </p:nvSpPr>
        <p:spPr>
          <a:xfrm>
            <a:off x="6552877" y="4000500"/>
            <a:ext cx="1685440" cy="4770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>
                <a:cs typeface="Arial"/>
              </a:rPr>
              <a:t> Fatima Sayeed</a:t>
            </a:r>
          </a:p>
          <a:p>
            <a:r>
              <a:rPr lang="en-US" sz="1100">
                <a:cs typeface="Arial"/>
              </a:rPr>
              <a:t>    Embedded Systems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888FD4-B1AB-5C28-384D-C95B76C322F1}"/>
              </a:ext>
            </a:extLst>
          </p:cNvPr>
          <p:cNvSpPr txBox="1"/>
          <p:nvPr/>
        </p:nvSpPr>
        <p:spPr>
          <a:xfrm>
            <a:off x="3693614" y="4004303"/>
            <a:ext cx="1759655" cy="4770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cs typeface="Arial"/>
              </a:rPr>
              <a:t>Lucas Brickner</a:t>
            </a:r>
            <a:endParaRPr lang="en-US">
              <a:cs typeface="Arial"/>
            </a:endParaRPr>
          </a:p>
          <a:p>
            <a:pPr algn="ctr"/>
            <a:r>
              <a:rPr lang="en-US" sz="1100">
                <a:cs typeface="Arial"/>
              </a:rPr>
              <a:t>Power Systems</a:t>
            </a:r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2E4A7E-3329-9B95-59F6-DAA7BCDAD85F}"/>
              </a:ext>
            </a:extLst>
          </p:cNvPr>
          <p:cNvSpPr txBox="1"/>
          <p:nvPr/>
        </p:nvSpPr>
        <p:spPr>
          <a:xfrm>
            <a:off x="836113" y="3994616"/>
            <a:ext cx="1759655" cy="4770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cs typeface="Arial"/>
              </a:rPr>
              <a:t>Greyson Donley</a:t>
            </a:r>
            <a:endParaRPr lang="en-US">
              <a:cs typeface="Arial"/>
            </a:endParaRPr>
          </a:p>
          <a:p>
            <a:pPr algn="ctr"/>
            <a:r>
              <a:rPr lang="en-US" sz="1100">
                <a:cs typeface="Arial"/>
              </a:rPr>
              <a:t>Hardware &amp; I2C</a:t>
            </a:r>
          </a:p>
        </p:txBody>
      </p:sp>
      <p:pic>
        <p:nvPicPr>
          <p:cNvPr id="7" name="Picture 6" descr="A person smiling for a picture&#10;&#10;AI-generated content may be incorrect.">
            <a:extLst>
              <a:ext uri="{FF2B5EF4-FFF2-40B4-BE49-F238E27FC236}">
                <a16:creationId xmlns:a16="http://schemas.microsoft.com/office/drawing/2014/main" id="{D002DFA5-9D60-621F-526C-4646E8F20C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389" y="1434141"/>
            <a:ext cx="1936884" cy="2415397"/>
          </a:xfrm>
          <a:prstGeom prst="rect">
            <a:avLst/>
          </a:prstGeom>
        </p:spPr>
      </p:pic>
      <p:pic>
        <p:nvPicPr>
          <p:cNvPr id="10" name="Picture 9" descr="A person in a suit and tie&#10;&#10;AI-generated content may be incorrect.">
            <a:extLst>
              <a:ext uri="{FF2B5EF4-FFF2-40B4-BE49-F238E27FC236}">
                <a16:creationId xmlns:a16="http://schemas.microsoft.com/office/drawing/2014/main" id="{C64DD2DF-29F5-D361-307E-12D7BD0557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7839" y="1428750"/>
            <a:ext cx="2398020" cy="2417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1569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76AE3E1-A799-1CB7-EF3B-D7EA86B2B796}"/>
              </a:ext>
            </a:extLst>
          </p:cNvPr>
          <p:cNvSpPr txBox="1"/>
          <p:nvPr/>
        </p:nvSpPr>
        <p:spPr>
          <a:xfrm>
            <a:off x="719635" y="1382863"/>
            <a:ext cx="3636442" cy="329320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600"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cs typeface="Arial"/>
              </a:rPr>
              <a:t>Voltages and power per payload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cs typeface="Arial"/>
              </a:rPr>
              <a:t>Payload sensitivity to voltage fluctuations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cs typeface="Arial"/>
              </a:rPr>
              <a:t>Multiple outputs on for one payload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cs typeface="Arial"/>
              </a:rPr>
              <a:t>User interface screen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cs typeface="Arial"/>
              </a:rPr>
              <a:t>Cable management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cs typeface="Arial"/>
              </a:rPr>
              <a:t>Payload connectors, connection to source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cs typeface="Arial"/>
              </a:rPr>
              <a:t>Size requirements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cs typeface="Arial"/>
              </a:rPr>
              <a:t>What is the end goal for our system? What are the final deliverables?</a:t>
            </a:r>
          </a:p>
        </p:txBody>
      </p:sp>
      <p:pic>
        <p:nvPicPr>
          <p:cNvPr id="6" name="Picture 5" descr="A machine in a room&#10;&#10;AI-generated content may be incorrect.">
            <a:extLst>
              <a:ext uri="{FF2B5EF4-FFF2-40B4-BE49-F238E27FC236}">
                <a16:creationId xmlns:a16="http://schemas.microsoft.com/office/drawing/2014/main" id="{CD07C2D7-E29F-BBD1-656F-4F0988A3E8F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544" t="12725" r="29593" b="9347"/>
          <a:stretch>
            <a:fillRect/>
          </a:stretch>
        </p:blipFill>
        <p:spPr>
          <a:xfrm>
            <a:off x="4827575" y="1084615"/>
            <a:ext cx="1542076" cy="3265320"/>
          </a:xfrm>
          <a:prstGeom prst="rect">
            <a:avLst/>
          </a:prstGeom>
        </p:spPr>
      </p:pic>
      <p:pic>
        <p:nvPicPr>
          <p:cNvPr id="8" name="Picture 7" descr="A group of men standing next to a large white box&#10;&#10;AI-generated content may be incorrect.">
            <a:extLst>
              <a:ext uri="{FF2B5EF4-FFF2-40B4-BE49-F238E27FC236}">
                <a16:creationId xmlns:a16="http://schemas.microsoft.com/office/drawing/2014/main" id="{53A545CD-9521-A6E7-D515-DC223452464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0250" t="24757" r="14500"/>
          <a:stretch>
            <a:fillRect/>
          </a:stretch>
        </p:blipFill>
        <p:spPr>
          <a:xfrm>
            <a:off x="6611403" y="1083223"/>
            <a:ext cx="2260212" cy="23427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2E1C241-8E20-EB16-0F08-756DB751506E}"/>
              </a:ext>
            </a:extLst>
          </p:cNvPr>
          <p:cNvSpPr txBox="1"/>
          <p:nvPr/>
        </p:nvSpPr>
        <p:spPr>
          <a:xfrm>
            <a:off x="128654" y="1022576"/>
            <a:ext cx="481618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latin typeface="Arial"/>
                <a:cs typeface="Arial"/>
              </a:rPr>
              <a:t>Technical Clarifications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35694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1D1ADAB0-C618-B3ED-656F-4B5D5562CB72}"/>
              </a:ext>
            </a:extLst>
          </p:cNvPr>
          <p:cNvSpPr txBox="1"/>
          <p:nvPr/>
        </p:nvSpPr>
        <p:spPr>
          <a:xfrm>
            <a:off x="255244" y="948122"/>
            <a:ext cx="3610187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latin typeface="Arial"/>
                <a:cs typeface="Arial"/>
              </a:rPr>
              <a:t>Power System for Starlab Equipment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3CC6D71-01C0-08C8-5A84-C13A06929A99}"/>
              </a:ext>
            </a:extLst>
          </p:cNvPr>
          <p:cNvSpPr txBox="1"/>
          <p:nvPr/>
        </p:nvSpPr>
        <p:spPr>
          <a:xfrm>
            <a:off x="256982" y="1744945"/>
            <a:ext cx="3924934" cy="34163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latin typeface="Arial"/>
              <a:ea typeface="Arial"/>
              <a:cs typeface="Arial"/>
            </a:endParaRPr>
          </a:p>
          <a:p>
            <a:r>
              <a:rPr lang="en-US">
                <a:latin typeface="Arial"/>
                <a:ea typeface="Arial"/>
                <a:cs typeface="Arial"/>
              </a:rPr>
              <a:t>Problem Statement:</a:t>
            </a:r>
            <a:endParaRPr lang="en-US">
              <a:cs typeface="Arial"/>
            </a:endParaRPr>
          </a:p>
          <a:p>
            <a:pPr marL="800100" lvl="1" indent="-342900">
              <a:buFont typeface="Courier New,monospace"/>
              <a:buChar char="o"/>
            </a:pPr>
            <a:r>
              <a:rPr lang="en-US">
                <a:latin typeface="Arial"/>
                <a:ea typeface="Arial"/>
                <a:cs typeface="Arial"/>
              </a:rPr>
              <a:t>Design Power System for Payloads</a:t>
            </a:r>
          </a:p>
          <a:p>
            <a:pPr lvl="1"/>
            <a:endParaRPr lang="en-US">
              <a:latin typeface="Arial"/>
              <a:ea typeface="Arial"/>
              <a:cs typeface="Arial"/>
            </a:endParaRPr>
          </a:p>
          <a:p>
            <a:r>
              <a:rPr lang="en-US">
                <a:latin typeface="Arial"/>
                <a:ea typeface="Arial"/>
                <a:cs typeface="Arial"/>
              </a:rPr>
              <a:t>Objectives:</a:t>
            </a:r>
            <a:endParaRPr lang="en-US">
              <a:cs typeface="Arial"/>
            </a:endParaRPr>
          </a:p>
          <a:p>
            <a:pPr marL="800100" lvl="1" indent="-342900">
              <a:buFont typeface="Courier New,monospace"/>
              <a:buChar char="o"/>
            </a:pPr>
            <a:r>
              <a:rPr lang="en-US">
                <a:latin typeface="Arial"/>
                <a:ea typeface="Arial"/>
                <a:cs typeface="Arial"/>
              </a:rPr>
              <a:t>Supplying power to 10 payloads</a:t>
            </a:r>
          </a:p>
          <a:p>
            <a:pPr marL="800100" lvl="1" indent="-342900">
              <a:buFont typeface="Courier New,monospace"/>
              <a:buChar char="o"/>
            </a:pPr>
            <a:r>
              <a:rPr lang="en-US">
                <a:latin typeface="Arial"/>
                <a:ea typeface="Arial"/>
                <a:cs typeface="Arial"/>
              </a:rPr>
              <a:t>Monitor and control outputs</a:t>
            </a:r>
          </a:p>
          <a:p>
            <a:pPr lvl="1"/>
            <a:endParaRPr lang="en-US">
              <a:latin typeface="Arial"/>
              <a:ea typeface="Arial"/>
              <a:cs typeface="Arial"/>
            </a:endParaRPr>
          </a:p>
          <a:p>
            <a:r>
              <a:rPr lang="en-US" b="0" i="0" u="none" strike="noStrike" baseline="0">
                <a:latin typeface="Arial"/>
                <a:ea typeface="Arial"/>
                <a:cs typeface="Arial"/>
              </a:rPr>
              <a:t> </a:t>
            </a:r>
            <a:endParaRPr lang="en-US">
              <a:cs typeface="Arial"/>
            </a:endParaRPr>
          </a:p>
          <a:p>
            <a:pPr marL="342900" indent="-342900">
              <a:buFont typeface="Arial,Sans-Serif"/>
              <a:buChar char="•"/>
            </a:pPr>
            <a:endParaRPr lang="en-US"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4A48EA-247B-37FD-55AA-E95FCC3F58C0}"/>
              </a:ext>
            </a:extLst>
          </p:cNvPr>
          <p:cNvSpPr txBox="1"/>
          <p:nvPr/>
        </p:nvSpPr>
        <p:spPr>
          <a:xfrm>
            <a:off x="4892267" y="1131420"/>
            <a:ext cx="517399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latin typeface="Arial"/>
                <a:cs typeface="Arial"/>
              </a:rPr>
              <a:t>Problem Identification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E1B9BA-76A3-F059-D856-9472AE2736A8}"/>
              </a:ext>
            </a:extLst>
          </p:cNvPr>
          <p:cNvSpPr txBox="1"/>
          <p:nvPr/>
        </p:nvSpPr>
        <p:spPr>
          <a:xfrm>
            <a:off x="4570920" y="1777197"/>
            <a:ext cx="4237279" cy="33547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cs typeface="Arial"/>
              </a:rPr>
              <a:t>Background:</a:t>
            </a:r>
          </a:p>
          <a:p>
            <a:pPr marL="800100" lvl="1" indent="-342900">
              <a:buFont typeface="Courier New,monospace"/>
              <a:buChar char="o"/>
            </a:pPr>
            <a:r>
              <a:rPr lang="en-US">
                <a:cs typeface="Arial"/>
              </a:rPr>
              <a:t>EXPRESS Rack Technology</a:t>
            </a:r>
          </a:p>
          <a:p>
            <a:pPr marL="800100" lvl="1" indent="-342900">
              <a:buFont typeface="Courier New,monospace"/>
              <a:buChar char="o"/>
            </a:pPr>
            <a:r>
              <a:rPr lang="en-US">
                <a:cs typeface="Arial"/>
              </a:rPr>
              <a:t>ISS Electric Power System</a:t>
            </a:r>
          </a:p>
          <a:p>
            <a:pPr marL="742950" indent="-285750" algn="ctr">
              <a:buFont typeface="Arial"/>
              <a:buChar char="•"/>
            </a:pPr>
            <a:endParaRPr lang="en-US">
              <a:cs typeface="Arial"/>
            </a:endParaRPr>
          </a:p>
          <a:p>
            <a:endParaRPr lang="en-US">
              <a:cs typeface="Arial"/>
            </a:endParaRPr>
          </a:p>
          <a:p>
            <a:r>
              <a:rPr lang="en-US">
                <a:cs typeface="Arial"/>
              </a:rPr>
              <a:t>Scope: </a:t>
            </a:r>
            <a:endParaRPr lang="en-US"/>
          </a:p>
          <a:p>
            <a:pPr marL="800100" lvl="1" indent="-342900">
              <a:buFont typeface="Courier New,monospace"/>
              <a:buChar char="o"/>
            </a:pPr>
            <a:r>
              <a:rPr lang="en-US">
                <a:cs typeface="Arial"/>
              </a:rPr>
              <a:t>Handle 6 voltage levels</a:t>
            </a:r>
          </a:p>
          <a:p>
            <a:pPr marL="800100" lvl="1" indent="-342900">
              <a:buFont typeface="Courier New,monospace"/>
              <a:buChar char="o"/>
            </a:pPr>
            <a:r>
              <a:rPr lang="en-US">
                <a:cs typeface="Arial"/>
              </a:rPr>
              <a:t>5 DC, 1 AC connections</a:t>
            </a:r>
          </a:p>
          <a:p>
            <a:pPr marL="800100" lvl="1" indent="-342900">
              <a:buFont typeface="Courier New,monospace"/>
              <a:buChar char="o"/>
            </a:pPr>
            <a:r>
              <a:rPr lang="en-US">
                <a:cs typeface="Arial"/>
              </a:rPr>
              <a:t>Power Monitoring and Control System</a:t>
            </a:r>
          </a:p>
          <a:p>
            <a:pPr lvl="1"/>
            <a:endParaRPr lang="en-US" sz="1400">
              <a:cs typeface="Arial"/>
            </a:endParaRPr>
          </a:p>
          <a:p>
            <a:pPr marL="285750" indent="-285750">
              <a:buFont typeface="Arial"/>
              <a:buChar char="•"/>
            </a:pPr>
            <a:endParaRPr lang="en-US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7409247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97ADC20-48C9-8C1A-6DB7-BFBA9787769B}"/>
              </a:ext>
            </a:extLst>
          </p:cNvPr>
          <p:cNvSpPr txBox="1"/>
          <p:nvPr/>
        </p:nvSpPr>
        <p:spPr>
          <a:xfrm>
            <a:off x="168365" y="973494"/>
            <a:ext cx="658396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latin typeface="Arial"/>
                <a:cs typeface="Arial"/>
              </a:rPr>
              <a:t>Needs Assessment</a:t>
            </a:r>
          </a:p>
        </p:txBody>
      </p:sp>
      <p:pic>
        <p:nvPicPr>
          <p:cNvPr id="7" name="Picture 6" descr="A table with text on it&#10;&#10;AI-generated content may be incorrect.">
            <a:extLst>
              <a:ext uri="{FF2B5EF4-FFF2-40B4-BE49-F238E27FC236}">
                <a16:creationId xmlns:a16="http://schemas.microsoft.com/office/drawing/2014/main" id="{9FE28BE9-9D6E-AE7A-EC55-9F475F18436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132" b="139"/>
          <a:stretch>
            <a:fillRect/>
          </a:stretch>
        </p:blipFill>
        <p:spPr>
          <a:xfrm>
            <a:off x="107152" y="1604291"/>
            <a:ext cx="8847271" cy="3157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08948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30555DFE-10FF-EB78-4566-3084B061BC9E}"/>
              </a:ext>
            </a:extLst>
          </p:cNvPr>
          <p:cNvGraphicFramePr>
            <a:graphicFrameLocks noGrp="1"/>
          </p:cNvGraphicFramePr>
          <p:nvPr>
            <p:ph idx="15"/>
            <p:extLst>
              <p:ext uri="{D42A27DB-BD31-4B8C-83A1-F6EECF244321}">
                <p14:modId xmlns:p14="http://schemas.microsoft.com/office/powerpoint/2010/main" val="4070692859"/>
              </p:ext>
            </p:extLst>
          </p:nvPr>
        </p:nvGraphicFramePr>
        <p:xfrm>
          <a:off x="473326" y="1785434"/>
          <a:ext cx="8201294" cy="246607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616789">
                  <a:extLst>
                    <a:ext uri="{9D8B030D-6E8A-4147-A177-3AD203B41FA5}">
                      <a16:colId xmlns:a16="http://schemas.microsoft.com/office/drawing/2014/main" val="3342201380"/>
                    </a:ext>
                  </a:extLst>
                </a:gridCol>
                <a:gridCol w="1486403">
                  <a:extLst>
                    <a:ext uri="{9D8B030D-6E8A-4147-A177-3AD203B41FA5}">
                      <a16:colId xmlns:a16="http://schemas.microsoft.com/office/drawing/2014/main" val="3039692716"/>
                    </a:ext>
                  </a:extLst>
                </a:gridCol>
                <a:gridCol w="1056128">
                  <a:extLst>
                    <a:ext uri="{9D8B030D-6E8A-4147-A177-3AD203B41FA5}">
                      <a16:colId xmlns:a16="http://schemas.microsoft.com/office/drawing/2014/main" val="2574525330"/>
                    </a:ext>
                  </a:extLst>
                </a:gridCol>
                <a:gridCol w="2125297">
                  <a:extLst>
                    <a:ext uri="{9D8B030D-6E8A-4147-A177-3AD203B41FA5}">
                      <a16:colId xmlns:a16="http://schemas.microsoft.com/office/drawing/2014/main" val="1084860333"/>
                    </a:ext>
                  </a:extLst>
                </a:gridCol>
                <a:gridCol w="1916677">
                  <a:extLst>
                    <a:ext uri="{9D8B030D-6E8A-4147-A177-3AD203B41FA5}">
                      <a16:colId xmlns:a16="http://schemas.microsoft.com/office/drawing/2014/main" val="1048067218"/>
                    </a:ext>
                  </a:extLst>
                </a:gridCol>
              </a:tblGrid>
              <a:tr h="299242">
                <a:tc>
                  <a:txBody>
                    <a:bodyPr/>
                    <a:lstStyle/>
                    <a:p>
                      <a:pPr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400">
                          <a:latin typeface="Arial"/>
                        </a:rPr>
                        <a:t>Needs </a:t>
                      </a: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400">
                          <a:latin typeface="Arial"/>
                        </a:rPr>
                        <a:t>Requirements </a:t>
                      </a: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400">
                          <a:latin typeface="Arial"/>
                        </a:rPr>
                        <a:t>Units </a:t>
                      </a: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400">
                          <a:latin typeface="Arial"/>
                        </a:rPr>
                        <a:t>Range (Acceptable) </a:t>
                      </a: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400">
                          <a:latin typeface="Arial"/>
                        </a:rPr>
                        <a:t>Ideal </a:t>
                      </a: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792620"/>
                  </a:ext>
                </a:extLst>
              </a:tr>
              <a:tr h="632488">
                <a:tc>
                  <a:txBody>
                    <a:bodyPr/>
                    <a:lstStyle/>
                    <a:p>
                      <a:pPr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400">
                          <a:latin typeface="Arial"/>
                        </a:rPr>
                        <a:t>Temperature</a:t>
                      </a: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400">
                          <a:latin typeface="Arial"/>
                        </a:rPr>
                        <a:t>Able to operate in expected conditions </a:t>
                      </a: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400">
                          <a:latin typeface="Arial"/>
                        </a:rPr>
                        <a:t>°C </a:t>
                      </a: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400">
                          <a:latin typeface="Arial"/>
                        </a:rPr>
                        <a:t>18-26°C </a:t>
                      </a: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400">
                          <a:latin typeface="Arial"/>
                        </a:rPr>
                        <a:t>26°C </a:t>
                      </a: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5475355"/>
                  </a:ext>
                </a:extLst>
              </a:tr>
              <a:tr h="462464">
                <a:tc>
                  <a:txBody>
                    <a:bodyPr/>
                    <a:lstStyle/>
                    <a:p>
                      <a:pPr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400">
                          <a:latin typeface="Arial"/>
                        </a:rPr>
                        <a:t>Noise level </a:t>
                      </a: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400">
                          <a:latin typeface="Arial"/>
                        </a:rPr>
                        <a:t>Low noise during operation </a:t>
                      </a: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400">
                          <a:latin typeface="Arial"/>
                        </a:rPr>
                        <a:t>dB</a:t>
                      </a: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400">
                          <a:latin typeface="Arial"/>
                        </a:rPr>
                        <a:t>25-60 dB at 1m </a:t>
                      </a: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400">
                          <a:latin typeface="Arial"/>
                        </a:rPr>
                        <a:t>25 dB </a:t>
                      </a: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5265873"/>
                  </a:ext>
                </a:extLst>
              </a:tr>
              <a:tr h="380852">
                <a:tc>
                  <a:txBody>
                    <a:bodyPr/>
                    <a:lstStyle/>
                    <a:p>
                      <a:pPr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400">
                          <a:latin typeface="Arial"/>
                        </a:rPr>
                        <a:t>Size </a:t>
                      </a: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400">
                          <a:latin typeface="Arial"/>
                        </a:rPr>
                        <a:t>Fit in allocated space in rack </a:t>
                      </a: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400">
                          <a:latin typeface="Arial"/>
                        </a:rPr>
                        <a:t>m x m </a:t>
                      </a: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400">
                          <a:latin typeface="Arial"/>
                        </a:rPr>
                        <a:t>TBD </a:t>
                      </a: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400">
                          <a:latin typeface="Arial"/>
                        </a:rPr>
                        <a:t>TBD </a:t>
                      </a: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2168463"/>
                  </a:ext>
                </a:extLst>
              </a:tr>
              <a:tr h="550876">
                <a:tc>
                  <a:txBody>
                    <a:bodyPr/>
                    <a:lstStyle/>
                    <a:p>
                      <a:pPr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400">
                          <a:latin typeface="Arial"/>
                        </a:rPr>
                        <a:t>Power</a:t>
                      </a: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400">
                          <a:latin typeface="Arial"/>
                        </a:rPr>
                        <a:t>Support full use of all payloads </a:t>
                      </a: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400">
                          <a:latin typeface="Arial"/>
                        </a:rPr>
                        <a:t>W </a:t>
                      </a: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400">
                          <a:latin typeface="Arial"/>
                        </a:rPr>
                        <a:t>2400W total</a:t>
                      </a:r>
                    </a:p>
                    <a:p>
                      <a:pPr lvl="0">
                        <a:lnSpc>
                          <a:spcPts val="1350"/>
                        </a:lnSpc>
                        <a:buNone/>
                      </a:pPr>
                      <a:r>
                        <a:rPr lang="en-US" sz="1400">
                          <a:latin typeface="Arial"/>
                        </a:rPr>
                        <a:t>500W at 28VDC</a:t>
                      </a:r>
                    </a:p>
                    <a:p>
                      <a:pPr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400">
                          <a:latin typeface="Arial"/>
                        </a:rPr>
                        <a:t>2000W at 120VDC</a:t>
                      </a: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1350"/>
                        </a:lnSpc>
                        <a:buNone/>
                      </a:pPr>
                      <a:r>
                        <a:rPr lang="en-US" sz="1400">
                          <a:latin typeface="Arial"/>
                        </a:rPr>
                        <a:t>2400W total</a:t>
                      </a:r>
                    </a:p>
                    <a:p>
                      <a:pPr lvl="0">
                        <a:lnSpc>
                          <a:spcPts val="1350"/>
                        </a:lnSpc>
                        <a:buNone/>
                      </a:pPr>
                      <a:r>
                        <a:rPr lang="en-US" sz="1400">
                          <a:latin typeface="Arial"/>
                        </a:rPr>
                        <a:t>500W at 28VDC</a:t>
                      </a:r>
                    </a:p>
                    <a:p>
                      <a:pPr lvl="0">
                        <a:lnSpc>
                          <a:spcPts val="1350"/>
                        </a:lnSpc>
                        <a:buNone/>
                      </a:pPr>
                      <a:r>
                        <a:rPr lang="en-US" sz="1400">
                          <a:latin typeface="Arial"/>
                        </a:rPr>
                        <a:t>2000W at 120VDC</a:t>
                      </a: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892405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35B5E01-A4F6-2BB8-72BF-F69FF2079F0D}"/>
              </a:ext>
            </a:extLst>
          </p:cNvPr>
          <p:cNvSpPr txBox="1"/>
          <p:nvPr/>
        </p:nvSpPr>
        <p:spPr>
          <a:xfrm>
            <a:off x="155395" y="972306"/>
            <a:ext cx="516364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cs typeface="Arial"/>
              </a:rPr>
              <a:t>Requirements Table</a:t>
            </a:r>
          </a:p>
        </p:txBody>
      </p:sp>
    </p:spTree>
    <p:extLst>
      <p:ext uri="{BB962C8B-B14F-4D97-AF65-F5344CB8AC3E}">
        <p14:creationId xmlns:p14="http://schemas.microsoft.com/office/powerpoint/2010/main" val="285417563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46230-4309-6D8C-76A3-0D0983696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1CD176C-363B-B2E4-4E49-79A29F930717}"/>
              </a:ext>
            </a:extLst>
          </p:cNvPr>
          <p:cNvSpPr txBox="1"/>
          <p:nvPr/>
        </p:nvSpPr>
        <p:spPr>
          <a:xfrm>
            <a:off x="166431" y="973922"/>
            <a:ext cx="516364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latin typeface="Arial"/>
                <a:cs typeface="Arial"/>
              </a:rPr>
              <a:t>Requirements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1BD9C70-9C02-6BA6-F21E-6872057600CA}"/>
              </a:ext>
            </a:extLst>
          </p:cNvPr>
          <p:cNvSpPr txBox="1"/>
          <p:nvPr/>
        </p:nvSpPr>
        <p:spPr>
          <a:xfrm>
            <a:off x="289173" y="1642733"/>
            <a:ext cx="5132822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cs typeface="Arial"/>
              </a:rPr>
              <a:t>Non-Functional Requirements:</a:t>
            </a:r>
          </a:p>
          <a:p>
            <a:pPr marL="742950" lvl="1" indent="-285750">
              <a:buFont typeface="Courier New"/>
              <a:buChar char="o"/>
            </a:pPr>
            <a:r>
              <a:rPr lang="en-US">
                <a:cs typeface="Arial"/>
              </a:rPr>
              <a:t>Usability</a:t>
            </a:r>
          </a:p>
          <a:p>
            <a:pPr marL="742950" lvl="1" indent="-285750">
              <a:buFont typeface="Courier New"/>
              <a:buChar char="o"/>
            </a:pPr>
            <a:r>
              <a:rPr lang="en-US">
                <a:cs typeface="Arial"/>
              </a:rPr>
              <a:t>Maintainability</a:t>
            </a:r>
          </a:p>
          <a:p>
            <a:pPr lvl="1"/>
            <a:endParaRPr lang="en-US">
              <a:cs typeface="Arial"/>
            </a:endParaRPr>
          </a:p>
          <a:p>
            <a:r>
              <a:rPr lang="en-US">
                <a:cs typeface="Arial"/>
              </a:rPr>
              <a:t>Constraints:</a:t>
            </a:r>
          </a:p>
          <a:p>
            <a:pPr marL="742950" lvl="1" indent="-285750">
              <a:buFont typeface="Courier New"/>
              <a:buChar char="o"/>
            </a:pPr>
            <a:r>
              <a:rPr lang="en-US">
                <a:cs typeface="Arial"/>
              </a:rPr>
              <a:t>Development and testing time</a:t>
            </a:r>
          </a:p>
          <a:p>
            <a:pPr marL="742950" lvl="1" indent="-285750">
              <a:buFont typeface="Courier New"/>
              <a:buChar char="o"/>
            </a:pPr>
            <a:r>
              <a:rPr lang="en-US">
                <a:cs typeface="Arial"/>
              </a:rPr>
              <a:t>Budget</a:t>
            </a:r>
          </a:p>
          <a:p>
            <a:pPr marL="742950" lvl="1" indent="-285750">
              <a:buFont typeface="Courier New"/>
              <a:buChar char="o"/>
            </a:pPr>
            <a:endParaRPr lang="en-US">
              <a:cs typeface="Arial"/>
            </a:endParaRPr>
          </a:p>
          <a:p>
            <a:r>
              <a:rPr lang="en-US">
                <a:cs typeface="Arial"/>
              </a:rPr>
              <a:t>Assumptions:</a:t>
            </a:r>
          </a:p>
          <a:p>
            <a:pPr marL="742950" lvl="1" indent="-285750">
              <a:buFont typeface="Courier New"/>
              <a:buChar char="o"/>
            </a:pPr>
            <a:r>
              <a:rPr lang="en-US">
                <a:cs typeface="Arial"/>
              </a:rPr>
              <a:t>120VDC source will provide stable power</a:t>
            </a:r>
          </a:p>
          <a:p>
            <a:pPr marL="742950" lvl="1" indent="-285750">
              <a:buFont typeface="Courier New"/>
              <a:buChar char="o"/>
            </a:pPr>
            <a:endParaRPr lang="en-US">
              <a:cs typeface="Arial"/>
            </a:endParaRPr>
          </a:p>
          <a:p>
            <a:pPr marL="742950" lvl="1" indent="-285750">
              <a:buFont typeface="Courier New"/>
              <a:buChar char="o"/>
            </a:pPr>
            <a:endParaRPr lang="en-US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9929356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A75FE9-799E-F43B-C304-65B697373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D53992B-2D6D-8F5A-2188-8757937A09EA}"/>
              </a:ext>
            </a:extLst>
          </p:cNvPr>
          <p:cNvSpPr txBox="1"/>
          <p:nvPr/>
        </p:nvSpPr>
        <p:spPr>
          <a:xfrm>
            <a:off x="170482" y="973182"/>
            <a:ext cx="320469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latin typeface="Arial"/>
                <a:cs typeface="Arial"/>
              </a:rPr>
              <a:t>Initial Concept</a:t>
            </a:r>
            <a:endParaRPr lang="en-US" sz="2400">
              <a:cs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FF680D-0E40-8F71-999C-437FC2442702}"/>
              </a:ext>
            </a:extLst>
          </p:cNvPr>
          <p:cNvSpPr txBox="1"/>
          <p:nvPr/>
        </p:nvSpPr>
        <p:spPr>
          <a:xfrm>
            <a:off x="168474" y="1635184"/>
            <a:ext cx="2562900" cy="31085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400">
                <a:cs typeface="Arial"/>
              </a:rPr>
              <a:t>Buck converters will be used to step-down from 120VDC</a:t>
            </a:r>
          </a:p>
          <a:p>
            <a:pPr marL="285750" indent="-285750">
              <a:buFont typeface="Arial"/>
              <a:buChar char="•"/>
            </a:pPr>
            <a:endParaRPr lang="en-US" sz="1400"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1400">
                <a:cs typeface="Arial"/>
              </a:rPr>
              <a:t>Circuit breakers serve to protect the payload and system components</a:t>
            </a:r>
          </a:p>
          <a:p>
            <a:pPr marL="285750" indent="-285750">
              <a:buFont typeface="Arial"/>
              <a:buChar char="•"/>
            </a:pPr>
            <a:endParaRPr lang="en-US" sz="1400"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1400">
                <a:cs typeface="Arial"/>
              </a:rPr>
              <a:t>Current sensors in shunt provide data over I2C</a:t>
            </a:r>
          </a:p>
          <a:p>
            <a:pPr marL="285750" indent="-285750">
              <a:buFont typeface="Arial"/>
              <a:buChar char="•"/>
            </a:pPr>
            <a:endParaRPr lang="en-US" sz="1400"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1400">
                <a:cs typeface="Arial"/>
              </a:rPr>
              <a:t>Manual switches control each output</a:t>
            </a:r>
          </a:p>
          <a:p>
            <a:endParaRPr lang="en-US" sz="1400">
              <a:cs typeface="Arial"/>
            </a:endParaRPr>
          </a:p>
        </p:txBody>
      </p:sp>
      <p:pic>
        <p:nvPicPr>
          <p:cNvPr id="2" name="Picture 1" descr="A diagram of a circuit board&#10;&#10;AI-generated content may be incorrect.">
            <a:extLst>
              <a:ext uri="{FF2B5EF4-FFF2-40B4-BE49-F238E27FC236}">
                <a16:creationId xmlns:a16="http://schemas.microsoft.com/office/drawing/2014/main" id="{92D44A73-A9F2-AF6D-3BC4-2098734F72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3896" y="807648"/>
            <a:ext cx="6147560" cy="4088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60339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3FDF5-C23B-0E35-9D89-BFC9104F9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4507073-A825-D793-D0D9-924D62D3D4D1}"/>
              </a:ext>
            </a:extLst>
          </p:cNvPr>
          <p:cNvSpPr txBox="1"/>
          <p:nvPr/>
        </p:nvSpPr>
        <p:spPr>
          <a:xfrm>
            <a:off x="145142" y="997338"/>
            <a:ext cx="320469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cs typeface="Arial"/>
              </a:rPr>
              <a:t>Single Output Design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DACA33-BF56-1A4C-AEE8-D9EADED8470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3750" t="39024" r="18954" b="6233"/>
          <a:stretch>
            <a:fillRect/>
          </a:stretch>
        </p:blipFill>
        <p:spPr>
          <a:xfrm>
            <a:off x="4521053" y="938126"/>
            <a:ext cx="3510912" cy="387820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8A37A54-E755-0F00-5038-E84BED64B1BE}"/>
              </a:ext>
            </a:extLst>
          </p:cNvPr>
          <p:cNvSpPr txBox="1"/>
          <p:nvPr/>
        </p:nvSpPr>
        <p:spPr>
          <a:xfrm>
            <a:off x="405311" y="1635184"/>
            <a:ext cx="3335197" cy="153888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600">
                <a:cs typeface="Arial"/>
              </a:rPr>
              <a:t>Rotary switch allows for a cleaner control interface</a:t>
            </a:r>
          </a:p>
          <a:p>
            <a:pPr marL="285750" indent="-285750">
              <a:buFont typeface="Arial"/>
              <a:buChar char="•"/>
            </a:pPr>
            <a:endParaRPr lang="en-US" sz="1600"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1600">
                <a:cs typeface="Arial"/>
              </a:rPr>
              <a:t>Only one output can be on at a time for each payload</a:t>
            </a:r>
          </a:p>
          <a:p>
            <a:pPr marL="285750" indent="-285750">
              <a:buFont typeface="Arial"/>
              <a:buChar char="•"/>
            </a:pPr>
            <a:endParaRPr lang="en-US" sz="140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3368916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diagram of a circuit&#10;&#10;AI-generated content may be incorrect.">
            <a:extLst>
              <a:ext uri="{FF2B5EF4-FFF2-40B4-BE49-F238E27FC236}">
                <a16:creationId xmlns:a16="http://schemas.microsoft.com/office/drawing/2014/main" id="{6592440D-90CA-AE62-2EEC-6FF1F9B7D813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/>
          <a:stretch>
            <a:fillRect/>
          </a:stretch>
        </p:blipFill>
        <p:spPr>
          <a:xfrm>
            <a:off x="4234641" y="2807553"/>
            <a:ext cx="4145733" cy="2153600"/>
          </a:xfrm>
          <a:prstGeom prst="rect">
            <a:avLst/>
          </a:prstGeom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F10A518-56E9-29F1-A317-1B02576EE74B}"/>
              </a:ext>
            </a:extLst>
          </p:cNvPr>
          <p:cNvSpPr txBox="1"/>
          <p:nvPr/>
        </p:nvSpPr>
        <p:spPr>
          <a:xfrm>
            <a:off x="158261" y="1002400"/>
            <a:ext cx="1837592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cs typeface="Arial"/>
              </a:rPr>
              <a:t>Converter Schematics</a:t>
            </a:r>
            <a:endParaRPr lang="en-US" sz="2400"/>
          </a:p>
        </p:txBody>
      </p:sp>
      <p:pic>
        <p:nvPicPr>
          <p:cNvPr id="6" name="Picture 5" descr="A diagram of a circuit&#10;&#10;AI-generated content may be incorrect.">
            <a:extLst>
              <a:ext uri="{FF2B5EF4-FFF2-40B4-BE49-F238E27FC236}">
                <a16:creationId xmlns:a16="http://schemas.microsoft.com/office/drawing/2014/main" id="{060EDF78-BB27-A12B-666C-1298BE4E1C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595" y="2807476"/>
            <a:ext cx="3768329" cy="2147921"/>
          </a:xfrm>
          <a:prstGeom prst="rect">
            <a:avLst/>
          </a:prstGeom>
        </p:spPr>
      </p:pic>
      <p:pic>
        <p:nvPicPr>
          <p:cNvPr id="7" name="Picture 6" descr="A diagram of a circuit&#10;&#10;AI-generated content may be incorrect.">
            <a:extLst>
              <a:ext uri="{FF2B5EF4-FFF2-40B4-BE49-F238E27FC236}">
                <a16:creationId xmlns:a16="http://schemas.microsoft.com/office/drawing/2014/main" id="{B2CA29B2-04AA-F858-59EF-8C19F5B155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84094" y="746302"/>
            <a:ext cx="5339954" cy="19870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C65A733-F8DE-5E11-2BAC-156D00177CD8}"/>
              </a:ext>
            </a:extLst>
          </p:cNvPr>
          <p:cNvSpPr txBox="1"/>
          <p:nvPr/>
        </p:nvSpPr>
        <p:spPr>
          <a:xfrm>
            <a:off x="416748" y="2897586"/>
            <a:ext cx="1579305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>
                <a:cs typeface="Arial"/>
              </a:rPr>
              <a:t>28VDC to 16VDC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D940A8-06B8-2A26-6CE6-67AB278C9D61}"/>
              </a:ext>
            </a:extLst>
          </p:cNvPr>
          <p:cNvSpPr txBox="1"/>
          <p:nvPr/>
        </p:nvSpPr>
        <p:spPr>
          <a:xfrm>
            <a:off x="4301886" y="2895397"/>
            <a:ext cx="1724143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>
                <a:cs typeface="Arial"/>
              </a:rPr>
              <a:t>28VDC to 12VDC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D72290-3BA2-6466-A3AD-0A227792AFC0}"/>
              </a:ext>
            </a:extLst>
          </p:cNvPr>
          <p:cNvSpPr txBox="1"/>
          <p:nvPr/>
        </p:nvSpPr>
        <p:spPr>
          <a:xfrm>
            <a:off x="7423970" y="976370"/>
            <a:ext cx="1916868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>
                <a:cs typeface="Arial"/>
              </a:rPr>
              <a:t>120VDC to 28VDC</a:t>
            </a:r>
          </a:p>
        </p:txBody>
      </p:sp>
    </p:spTree>
    <p:extLst>
      <p:ext uri="{BB962C8B-B14F-4D97-AF65-F5344CB8AC3E}">
        <p14:creationId xmlns:p14="http://schemas.microsoft.com/office/powerpoint/2010/main" val="398451871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5F2574-4841-1A88-CFEF-9035C43DE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BA56B3C-6E3F-050E-8258-9D498FE1C22D}"/>
              </a:ext>
            </a:extLst>
          </p:cNvPr>
          <p:cNvSpPr txBox="1"/>
          <p:nvPr/>
        </p:nvSpPr>
        <p:spPr>
          <a:xfrm>
            <a:off x="155881" y="941499"/>
            <a:ext cx="3776191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latin typeface="Arial"/>
                <a:cs typeface="Arial"/>
              </a:rPr>
              <a:t>Converter Simulations</a:t>
            </a:r>
          </a:p>
          <a:p>
            <a:endParaRPr lang="en-US" sz="2400">
              <a:latin typeface="Arial"/>
              <a:cs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3C6A7E-C37F-2A6F-2CB5-ACB9D86965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711" y="1459397"/>
            <a:ext cx="7934740" cy="3463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65525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E928-3AF7-AE1D-7501-4330A2050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F922712-3E21-7721-0F70-7C5A7CD1BF2A}"/>
              </a:ext>
            </a:extLst>
          </p:cNvPr>
          <p:cNvSpPr txBox="1"/>
          <p:nvPr/>
        </p:nvSpPr>
        <p:spPr>
          <a:xfrm>
            <a:off x="179763" y="928545"/>
            <a:ext cx="481070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latin typeface="Arial"/>
                <a:cs typeface="Arial"/>
              </a:rPr>
              <a:t>Microcontroller: Raspberry Pi 3</a:t>
            </a:r>
            <a:endParaRPr lang="en-US" sz="2400">
              <a:cs typeface="Arial"/>
            </a:endParaRPr>
          </a:p>
        </p:txBody>
      </p:sp>
      <p:pic>
        <p:nvPicPr>
          <p:cNvPr id="6" name="Picture 5" descr="A table with numbers and text&#10;&#10;AI-generated content may be incorrect.">
            <a:extLst>
              <a:ext uri="{FF2B5EF4-FFF2-40B4-BE49-F238E27FC236}">
                <a16:creationId xmlns:a16="http://schemas.microsoft.com/office/drawing/2014/main" id="{06795F78-4B7E-BD00-F652-833C0EF05F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121" y="1840829"/>
            <a:ext cx="8681758" cy="1793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97056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39B78-C7D6-9C0D-001C-71D241AF7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9198806-54C5-3A04-1560-406BE4FF3918}"/>
              </a:ext>
            </a:extLst>
          </p:cNvPr>
          <p:cNvSpPr txBox="1"/>
          <p:nvPr/>
        </p:nvSpPr>
        <p:spPr>
          <a:xfrm>
            <a:off x="224020" y="938746"/>
            <a:ext cx="320469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latin typeface="Arial"/>
                <a:cs typeface="Arial"/>
              </a:rPr>
              <a:t>Progress to Date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8DC69AA-EEC1-73BC-6769-E8C7CDAECE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748687"/>
              </p:ext>
            </p:extLst>
          </p:nvPr>
        </p:nvGraphicFramePr>
        <p:xfrm>
          <a:off x="1888200" y="1655138"/>
          <a:ext cx="5943600" cy="28702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28625">
                  <a:extLst>
                    <a:ext uri="{9D8B030D-6E8A-4147-A177-3AD203B41FA5}">
                      <a16:colId xmlns:a16="http://schemas.microsoft.com/office/drawing/2014/main" val="1925884700"/>
                    </a:ext>
                  </a:extLst>
                </a:gridCol>
                <a:gridCol w="2800350">
                  <a:extLst>
                    <a:ext uri="{9D8B030D-6E8A-4147-A177-3AD203B41FA5}">
                      <a16:colId xmlns:a16="http://schemas.microsoft.com/office/drawing/2014/main" val="2303611020"/>
                    </a:ext>
                  </a:extLst>
                </a:gridCol>
                <a:gridCol w="1400175">
                  <a:extLst>
                    <a:ext uri="{9D8B030D-6E8A-4147-A177-3AD203B41FA5}">
                      <a16:colId xmlns:a16="http://schemas.microsoft.com/office/drawing/2014/main" val="793520438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833875942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/>
                        </a:rPr>
                        <a:t>ID </a:t>
                      </a: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/>
                        </a:rPr>
                        <a:t>Milestone </a:t>
                      </a: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/>
                        </a:rPr>
                        <a:t>Planned </a:t>
                      </a: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/>
                        </a:rPr>
                        <a:t>Actual  </a:t>
                      </a: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854572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/>
                        </a:rPr>
                        <a:t>01 </a:t>
                      </a: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/>
                        </a:rPr>
                        <a:t>Kickoff Meeting  </a:t>
                      </a: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/>
                        </a:rPr>
                        <a:t>Sept 16, 2025 </a:t>
                      </a: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/>
                        </a:rPr>
                        <a:t>Sept 16, 2025 </a:t>
                      </a: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364164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/>
                        </a:rPr>
                        <a:t>02 </a:t>
                      </a: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/>
                        </a:rPr>
                        <a:t>Finish Power Distribution Research </a:t>
                      </a: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/>
                        </a:rPr>
                        <a:t>Oct 23, 2025 </a:t>
                      </a: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/>
                        </a:rPr>
                        <a:t>Oct 23, 2025 </a:t>
                      </a: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773511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/>
                        </a:rPr>
                        <a:t>03 </a:t>
                      </a: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/>
                        </a:rPr>
                        <a:t>Complete Initial Schematic Design  </a:t>
                      </a: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/>
                        </a:rPr>
                        <a:t>Oct 23, 2025 </a:t>
                      </a: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/>
                        </a:rPr>
                        <a:t>Oct 23, 2025 </a:t>
                      </a: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764847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/>
                        </a:rPr>
                        <a:t>04 </a:t>
                      </a: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/>
                        </a:rPr>
                        <a:t>Finalize I2C Current Sensor Implementation </a:t>
                      </a: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/>
                        </a:rPr>
                        <a:t>Nov 4, 2025 </a:t>
                      </a: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/>
                        </a:rPr>
                        <a:t>Nov 7, 2025 </a:t>
                      </a: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563091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/>
                        </a:rPr>
                        <a:t>05 </a:t>
                      </a: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/>
                        </a:rPr>
                        <a:t>Successful System Simulation </a:t>
                      </a: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/>
                        </a:rPr>
                        <a:t>Nov 7, 2025 </a:t>
                      </a: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/>
                        </a:rPr>
                        <a:t>Nov 7, 2025 </a:t>
                      </a: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638719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/>
                        </a:rPr>
                        <a:t>06 </a:t>
                      </a: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PDR Presentation and Report </a:t>
                      </a:r>
                      <a:endParaRPr lang="en-US" sz="1200">
                        <a:effectLst/>
                        <a:latin typeface="Arial"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/>
                        </a:rPr>
                        <a:t>Nov 13, 2025 </a:t>
                      </a: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/>
                        </a:rPr>
                        <a:t> Nov 13, 2025</a:t>
                      </a: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79208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/>
                        </a:rPr>
                        <a:t>07 </a:t>
                      </a: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Component Order </a:t>
                      </a:r>
                      <a:endParaRPr lang="en-US" sz="1200">
                        <a:latin typeface="Arial"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/>
                        </a:rPr>
                        <a:t>Nov 17, 2025 </a:t>
                      </a: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425"/>
                        </a:lnSpc>
                        <a:buNone/>
                      </a:pPr>
                      <a:endParaRPr lang="en-US" sz="1200">
                        <a:effectLst/>
                        <a:latin typeface="Arial"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038376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/>
                        </a:rPr>
                        <a:t>08 </a:t>
                      </a: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/>
                        </a:rPr>
                        <a:t>Prototype for One Payload </a:t>
                      </a: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/>
                        </a:rPr>
                        <a:t>Nov 25, 2025 </a:t>
                      </a: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425"/>
                        </a:lnSpc>
                        <a:buNone/>
                      </a:pPr>
                      <a:endParaRPr lang="en-US" sz="1200">
                        <a:effectLst/>
                        <a:latin typeface="Arial"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422566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/>
                        </a:rPr>
                        <a:t>09 </a:t>
                      </a: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/>
                        </a:rPr>
                        <a:t>CDR Presentation &amp; Report </a:t>
                      </a: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effectLst/>
                          <a:latin typeface="Arial"/>
                        </a:rPr>
                        <a:t>Dec 4, 2025 </a:t>
                      </a: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425"/>
                        </a:lnSpc>
                        <a:buNone/>
                      </a:pPr>
                      <a:endParaRPr lang="en-US" sz="1200">
                        <a:effectLst/>
                        <a:latin typeface="Arial"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45437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655648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A4D78-3B38-0FF8-6015-5084AA807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14DE647-CF81-1AC1-5D17-2A396276E9D8}"/>
              </a:ext>
            </a:extLst>
          </p:cNvPr>
          <p:cNvSpPr txBox="1"/>
          <p:nvPr/>
        </p:nvSpPr>
        <p:spPr>
          <a:xfrm>
            <a:off x="230200" y="960917"/>
            <a:ext cx="320469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latin typeface="Arial"/>
                <a:cs typeface="Arial"/>
              </a:rPr>
              <a:t>Challenges and Risks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6903F5-F328-55C5-48F1-C391E2BA1210}"/>
              </a:ext>
            </a:extLst>
          </p:cNvPr>
          <p:cNvSpPr txBox="1"/>
          <p:nvPr/>
        </p:nvSpPr>
        <p:spPr>
          <a:xfrm>
            <a:off x="494168" y="1809468"/>
            <a:ext cx="4166053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cs typeface="Arial"/>
              </a:rPr>
              <a:t>DC-AC Inverter</a:t>
            </a:r>
            <a:endParaRPr lang="en-US"/>
          </a:p>
          <a:p>
            <a:pPr lvl="1"/>
            <a:endParaRPr lang="en-US"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cs typeface="Arial"/>
              </a:rPr>
              <a:t>Use of custom PCB</a:t>
            </a:r>
          </a:p>
          <a:p>
            <a:endParaRPr lang="en-US">
              <a:cs typeface="Arial"/>
            </a:endParaRPr>
          </a:p>
          <a:p>
            <a:pPr marL="742950" lvl="1" indent="-285750">
              <a:buFont typeface="Courier New"/>
              <a:buChar char="o"/>
            </a:pPr>
            <a:r>
              <a:rPr lang="en-US">
                <a:cs typeface="Arial"/>
              </a:rPr>
              <a:t>PCB design may be used for power monitoring </a:t>
            </a:r>
          </a:p>
          <a:p>
            <a:pPr marL="742950" lvl="1" indent="-285750">
              <a:buFont typeface="Courier New"/>
              <a:buChar char="o"/>
            </a:pPr>
            <a:endParaRPr lang="en-US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1647230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C0E81-B72F-6655-CEA1-D32F30DD0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59EFD38-33B5-F7CA-069A-6966A847CE13}"/>
              </a:ext>
            </a:extLst>
          </p:cNvPr>
          <p:cNvSpPr txBox="1"/>
          <p:nvPr/>
        </p:nvSpPr>
        <p:spPr>
          <a:xfrm>
            <a:off x="249763" y="943895"/>
            <a:ext cx="320469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latin typeface="Arial"/>
                <a:cs typeface="Arial"/>
              </a:rPr>
              <a:t>Next Steps</a:t>
            </a:r>
            <a:endParaRPr lang="en-US" sz="2400">
              <a:cs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EAD413-BCA5-8B7F-17D0-DD367AA6F5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570" y="1554496"/>
            <a:ext cx="7636859" cy="3197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70033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C2B36-60CA-A8B7-E6F5-CC5483EB9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7FB72A3-67FC-19C7-4054-5EACEC46B3C0}"/>
              </a:ext>
            </a:extLst>
          </p:cNvPr>
          <p:cNvSpPr txBox="1"/>
          <p:nvPr/>
        </p:nvSpPr>
        <p:spPr>
          <a:xfrm>
            <a:off x="285804" y="974787"/>
            <a:ext cx="320469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latin typeface="Arial"/>
                <a:cs typeface="Arial"/>
              </a:rPr>
              <a:t>Summary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AA14CA-3823-48FA-EC65-934C8B379BE3}"/>
              </a:ext>
            </a:extLst>
          </p:cNvPr>
          <p:cNvSpPr txBox="1"/>
          <p:nvPr/>
        </p:nvSpPr>
        <p:spPr>
          <a:xfrm>
            <a:off x="286568" y="1786848"/>
            <a:ext cx="3514852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cs typeface="Arial"/>
              </a:rPr>
              <a:t>Power Delivery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cs typeface="Arial"/>
              </a:rPr>
              <a:t>6 outputs using 4 converters</a:t>
            </a:r>
          </a:p>
          <a:p>
            <a:pPr marL="285750" indent="-285750">
              <a:buFont typeface="Arial"/>
              <a:buChar char="•"/>
            </a:pPr>
            <a:endParaRPr lang="en-US">
              <a:cs typeface="Arial"/>
            </a:endParaRPr>
          </a:p>
          <a:p>
            <a:r>
              <a:rPr lang="en-US">
                <a:cs typeface="Arial"/>
              </a:rPr>
              <a:t>Power Monitoring/Control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cs typeface="Arial"/>
              </a:rPr>
              <a:t>Shunt resistors communicating with MCU via I2C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cs typeface="Arial"/>
              </a:rPr>
              <a:t>Manual switches</a:t>
            </a:r>
          </a:p>
        </p:txBody>
      </p:sp>
      <p:pic>
        <p:nvPicPr>
          <p:cNvPr id="7" name="Picture 6" descr="A diagram of a machine&#10;&#10;AI-generated content may be incorrect.">
            <a:extLst>
              <a:ext uri="{FF2B5EF4-FFF2-40B4-BE49-F238E27FC236}">
                <a16:creationId xmlns:a16="http://schemas.microsoft.com/office/drawing/2014/main" id="{273E8A27-D2AB-02EB-970E-CBA657A06AA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114" t="14948" r="18992" b="6186"/>
          <a:stretch>
            <a:fillRect/>
          </a:stretch>
        </p:blipFill>
        <p:spPr>
          <a:xfrm>
            <a:off x="3938809" y="778341"/>
            <a:ext cx="4608628" cy="424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4818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theme/theme1.xml><?xml version="1.0" encoding="utf-8"?>
<a:theme xmlns:a="http://schemas.openxmlformats.org/drawingml/2006/main" name="2_Title Slid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Content Slid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3eed2ea-c2ee-4b75-830e-dbcf25090fd2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8773D5A507F4546A279F8730F1EFB63" ma:contentTypeVersion="9" ma:contentTypeDescription="Create a new document." ma:contentTypeScope="" ma:versionID="0b7d29cda2c0d7a99684b6a1d822d4dd">
  <xsd:schema xmlns:xsd="http://www.w3.org/2001/XMLSchema" xmlns:xs="http://www.w3.org/2001/XMLSchema" xmlns:p="http://schemas.microsoft.com/office/2006/metadata/properties" xmlns:ns2="43eed2ea-c2ee-4b75-830e-dbcf25090fd2" targetNamespace="http://schemas.microsoft.com/office/2006/metadata/properties" ma:root="true" ma:fieldsID="1923cefb2098ddd8f5813075fb3b8a84" ns2:_="">
    <xsd:import namespace="43eed2ea-c2ee-4b75-830e-dbcf25090fd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eed2ea-c2ee-4b75-830e-dbcf25090fd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b434354-605c-4a24-9fd5-b21458dd13e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FF4209E-48C8-49A1-9BE5-0EC9FCB154C9}">
  <ds:schemaRefs>
    <ds:schemaRef ds:uri="168764dc-9a5f-46a5-b0e7-303394ef5082"/>
    <ds:schemaRef ds:uri="43eed2ea-c2ee-4b75-830e-dbcf25090fd2"/>
    <ds:schemaRef ds:uri="9c424c5c-09a9-44b9-91ea-9289bfc41d2f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9F9BEDA6-E257-4F73-8DD2-A435991628B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D325E64-590A-4BC7-AA91-544012A83950}"/>
</file>

<file path=docProps/app.xml><?xml version="1.0" encoding="utf-8"?>
<Properties xmlns="http://schemas.openxmlformats.org/officeDocument/2006/extended-properties" xmlns:vt="http://schemas.openxmlformats.org/officeDocument/2006/docPropsVTypes">
  <Template>Default Theme.thmx</Template>
  <Application>Microsoft Office PowerPoint</Application>
  <PresentationFormat>On-screen Show (16:9)</PresentationFormat>
  <Slides>16</Slides>
  <Notes>0</Notes>
  <HiddenSlides>0</HiddenSlide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2_Title Slide</vt:lpstr>
      <vt:lpstr>Content Slide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OSU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Jacquie Aberegg</dc:creator>
  <cp:revision>3</cp:revision>
  <cp:lastPrinted>2013-08-13T14:25:08Z</cp:lastPrinted>
  <dcterms:created xsi:type="dcterms:W3CDTF">2013-05-24T18:55:25Z</dcterms:created>
  <dcterms:modified xsi:type="dcterms:W3CDTF">2025-11-17T19:25:33Z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0x01010008773D5A507F4546A279F8730F1EFB63</vt:lpwstr>
  </property>
  <property fmtid="{D5CDD505-2E9C-101B-9397-08002B2CF9AE}" pid="3" name="MediaServiceImageTags">
    <vt:lpwstr/>
  </property>
</Properties>
</file>